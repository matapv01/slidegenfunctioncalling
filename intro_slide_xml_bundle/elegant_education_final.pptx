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4571886" cy="3810000"/>
          </a:xfrm>
          <a:custGeom>
            <a:avLst/>
            <a:gdLst/>
            <a:ahLst/>
            <a:cxnLst/>
            <a:rect l="l" t="t" r="r" b="b"/>
            <a:pathLst>
              <a:path w="4571886" h="3810000">
                <a:moveTo>
                  <a:pt x="0" y="0"/>
                </a:moveTo>
                <a:lnTo>
                  <a:pt x="4571886" y="0"/>
                </a:lnTo>
                <a:lnTo>
                  <a:pt x="4442349" y="266700"/>
                </a:lnTo>
                <a:lnTo>
                  <a:pt x="4297572" y="502920"/>
                </a:lnTo>
                <a:lnTo>
                  <a:pt x="4129937" y="716280"/>
                </a:lnTo>
                <a:lnTo>
                  <a:pt x="3947061" y="906780"/>
                </a:lnTo>
                <a:lnTo>
                  <a:pt x="3748946" y="1074420"/>
                </a:lnTo>
                <a:lnTo>
                  <a:pt x="3535592" y="1226820"/>
                </a:lnTo>
                <a:lnTo>
                  <a:pt x="3306997" y="1371600"/>
                </a:lnTo>
                <a:lnTo>
                  <a:pt x="3070783" y="1501140"/>
                </a:lnTo>
                <a:lnTo>
                  <a:pt x="2819329" y="1630680"/>
                </a:lnTo>
                <a:lnTo>
                  <a:pt x="2567876" y="1760220"/>
                </a:lnTo>
                <a:lnTo>
                  <a:pt x="2308802" y="1889760"/>
                </a:lnTo>
                <a:lnTo>
                  <a:pt x="2042109" y="2026920"/>
                </a:lnTo>
                <a:lnTo>
                  <a:pt x="1775416" y="2171700"/>
                </a:lnTo>
                <a:lnTo>
                  <a:pt x="1508722" y="2331720"/>
                </a:lnTo>
                <a:lnTo>
                  <a:pt x="1249649" y="2514600"/>
                </a:lnTo>
                <a:lnTo>
                  <a:pt x="982955" y="2712720"/>
                </a:lnTo>
                <a:lnTo>
                  <a:pt x="723882" y="2941320"/>
                </a:lnTo>
                <a:lnTo>
                  <a:pt x="472428" y="3192780"/>
                </a:lnTo>
                <a:lnTo>
                  <a:pt x="228594" y="3482340"/>
                </a:lnTo>
                <a:lnTo>
                  <a:pt x="0" y="3810000"/>
                </a:lnTo>
                <a:close/>
              </a:path>
            </a:pathLst>
          </a:custGeom>
          <a:solidFill>
            <a:srgbClr val="9D9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23962" y="4953000"/>
            <a:ext cx="761981" cy="990600"/>
          </a:xfrm>
          <a:prstGeom prst="ellipse">
            <a:avLst/>
          </a:prstGeom>
          <a:solidFill>
            <a:srgbClr val="A4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286743" y="762000"/>
            <a:ext cx="1904952" cy="2667000"/>
          </a:xfrm>
          <a:custGeom>
            <a:avLst/>
            <a:gdLst/>
            <a:ahLst/>
            <a:cxnLst/>
            <a:rect l="l" t="t" r="r" b="b"/>
            <a:pathLst>
              <a:path w="1904952" h="2667000">
                <a:moveTo>
                  <a:pt x="1904952" y="1333500"/>
                </a:moveTo>
                <a:lnTo>
                  <a:pt x="1904952" y="1447800"/>
                </a:lnTo>
                <a:lnTo>
                  <a:pt x="1904952" y="1562100"/>
                </a:lnTo>
                <a:lnTo>
                  <a:pt x="1904952" y="1676400"/>
                </a:lnTo>
                <a:lnTo>
                  <a:pt x="1904952" y="1783080"/>
                </a:lnTo>
                <a:lnTo>
                  <a:pt x="1904952" y="1889760"/>
                </a:lnTo>
                <a:lnTo>
                  <a:pt x="1904952" y="1996440"/>
                </a:lnTo>
                <a:lnTo>
                  <a:pt x="1904952" y="2095500"/>
                </a:lnTo>
                <a:lnTo>
                  <a:pt x="1904952" y="2186940"/>
                </a:lnTo>
                <a:lnTo>
                  <a:pt x="1904952" y="2270760"/>
                </a:lnTo>
                <a:lnTo>
                  <a:pt x="1904952" y="2354580"/>
                </a:lnTo>
                <a:lnTo>
                  <a:pt x="1904952" y="2423160"/>
                </a:lnTo>
                <a:lnTo>
                  <a:pt x="1904952" y="2484120"/>
                </a:lnTo>
                <a:lnTo>
                  <a:pt x="1889712" y="2537460"/>
                </a:lnTo>
                <a:lnTo>
                  <a:pt x="1783035" y="2583180"/>
                </a:lnTo>
                <a:lnTo>
                  <a:pt x="1676358" y="2621280"/>
                </a:lnTo>
                <a:lnTo>
                  <a:pt x="1562061" y="2644140"/>
                </a:lnTo>
                <a:lnTo>
                  <a:pt x="1447763" y="2659380"/>
                </a:lnTo>
                <a:lnTo>
                  <a:pt x="1333466" y="2667000"/>
                </a:lnTo>
                <a:lnTo>
                  <a:pt x="1211549" y="2659380"/>
                </a:lnTo>
                <a:lnTo>
                  <a:pt x="1097252" y="2644140"/>
                </a:lnTo>
                <a:lnTo>
                  <a:pt x="982955" y="2621280"/>
                </a:lnTo>
                <a:lnTo>
                  <a:pt x="876278" y="2583180"/>
                </a:lnTo>
                <a:lnTo>
                  <a:pt x="769600" y="2537460"/>
                </a:lnTo>
                <a:lnTo>
                  <a:pt x="662923" y="2484120"/>
                </a:lnTo>
                <a:lnTo>
                  <a:pt x="563866" y="2423160"/>
                </a:lnTo>
                <a:lnTo>
                  <a:pt x="472428" y="2354580"/>
                </a:lnTo>
                <a:lnTo>
                  <a:pt x="388610" y="2270760"/>
                </a:lnTo>
                <a:lnTo>
                  <a:pt x="304792" y="2186940"/>
                </a:lnTo>
                <a:lnTo>
                  <a:pt x="236214" y="2095500"/>
                </a:lnTo>
                <a:lnTo>
                  <a:pt x="175255" y="1996440"/>
                </a:lnTo>
                <a:lnTo>
                  <a:pt x="121917" y="1889760"/>
                </a:lnTo>
                <a:lnTo>
                  <a:pt x="76198" y="1783080"/>
                </a:lnTo>
                <a:lnTo>
                  <a:pt x="38099" y="1676400"/>
                </a:lnTo>
                <a:lnTo>
                  <a:pt x="15239" y="1562100"/>
                </a:lnTo>
                <a:lnTo>
                  <a:pt x="0" y="1447800"/>
                </a:lnTo>
                <a:lnTo>
                  <a:pt x="0" y="1333500"/>
                </a:lnTo>
                <a:lnTo>
                  <a:pt x="0" y="1211580"/>
                </a:lnTo>
                <a:lnTo>
                  <a:pt x="15239" y="1097280"/>
                </a:lnTo>
                <a:lnTo>
                  <a:pt x="38099" y="982980"/>
                </a:lnTo>
                <a:lnTo>
                  <a:pt x="76198" y="876300"/>
                </a:lnTo>
                <a:lnTo>
                  <a:pt x="121917" y="769620"/>
                </a:lnTo>
                <a:lnTo>
                  <a:pt x="175255" y="662940"/>
                </a:lnTo>
                <a:lnTo>
                  <a:pt x="236214" y="563880"/>
                </a:lnTo>
                <a:lnTo>
                  <a:pt x="304792" y="472440"/>
                </a:lnTo>
                <a:lnTo>
                  <a:pt x="388610" y="388620"/>
                </a:lnTo>
                <a:lnTo>
                  <a:pt x="472428" y="304800"/>
                </a:lnTo>
                <a:lnTo>
                  <a:pt x="563866" y="236220"/>
                </a:lnTo>
                <a:lnTo>
                  <a:pt x="662923" y="175260"/>
                </a:lnTo>
                <a:lnTo>
                  <a:pt x="769600" y="121920"/>
                </a:lnTo>
                <a:lnTo>
                  <a:pt x="876278" y="76200"/>
                </a:lnTo>
                <a:lnTo>
                  <a:pt x="982955" y="38100"/>
                </a:lnTo>
                <a:lnTo>
                  <a:pt x="1097252" y="15240"/>
                </a:lnTo>
                <a:lnTo>
                  <a:pt x="1211549" y="0"/>
                </a:lnTo>
                <a:lnTo>
                  <a:pt x="1333466" y="0"/>
                </a:lnTo>
                <a:lnTo>
                  <a:pt x="1447763" y="0"/>
                </a:lnTo>
                <a:lnTo>
                  <a:pt x="1562061" y="15240"/>
                </a:lnTo>
                <a:lnTo>
                  <a:pt x="1676358" y="38100"/>
                </a:lnTo>
                <a:lnTo>
                  <a:pt x="1783035" y="76200"/>
                </a:lnTo>
                <a:lnTo>
                  <a:pt x="1889712" y="121920"/>
                </a:lnTo>
                <a:lnTo>
                  <a:pt x="1904952" y="175260"/>
                </a:lnTo>
                <a:lnTo>
                  <a:pt x="1904952" y="236220"/>
                </a:lnTo>
                <a:lnTo>
                  <a:pt x="1904952" y="304800"/>
                </a:lnTo>
                <a:lnTo>
                  <a:pt x="1904952" y="388620"/>
                </a:lnTo>
                <a:lnTo>
                  <a:pt x="1904952" y="472440"/>
                </a:lnTo>
                <a:lnTo>
                  <a:pt x="1904952" y="563880"/>
                </a:lnTo>
                <a:lnTo>
                  <a:pt x="1904952" y="662940"/>
                </a:lnTo>
                <a:lnTo>
                  <a:pt x="1904952" y="769620"/>
                </a:lnTo>
                <a:lnTo>
                  <a:pt x="1904952" y="876300"/>
                </a:lnTo>
                <a:lnTo>
                  <a:pt x="1904952" y="982980"/>
                </a:lnTo>
                <a:lnTo>
                  <a:pt x="1904952" y="1097280"/>
                </a:lnTo>
                <a:lnTo>
                  <a:pt x="1904952" y="1211580"/>
                </a:lnTo>
                <a:close/>
              </a:path>
            </a:pathLst>
          </a:custGeom>
          <a:solidFill>
            <a:srgbClr val="CD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8A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814314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524762" y="167640"/>
            <a:ext cx="28955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227589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227589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08660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111487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814314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14314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003005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705832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408660" y="1676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408660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597350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300177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1003005" y="1676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003005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894522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1597350" y="1676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597350" y="0"/>
            <a:ext cx="0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11487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814314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9524762" y="685800"/>
            <a:ext cx="28955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524762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524762" y="167640"/>
            <a:ext cx="28955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14314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705832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408660" y="6858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111487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11487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111487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08660" y="1676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00177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1003005" y="6858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705832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05832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705832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003005" y="1676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894522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1597350" y="6858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1300177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300177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300177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597350" y="1676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1894522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894522" y="3429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894522" y="1676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14314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9524762" y="1196340"/>
            <a:ext cx="28955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9227589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227589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227589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24762" y="685800"/>
            <a:ext cx="28955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408660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0111487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9814314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814314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814314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1487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03005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0705832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0408660" y="11963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08660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408660" y="6858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705832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597350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1300177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1003005" y="11963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003005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003005" y="6858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300177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1894522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1597350" y="11963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597350" y="8534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597350" y="6858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894522" y="6858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111487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9814314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9524762" y="1714500"/>
            <a:ext cx="28955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524762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524762" y="1196340"/>
            <a:ext cx="28955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814314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705832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408660" y="17145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10111487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111487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111487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408660" y="11963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300177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11003005" y="17145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10705832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705832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05832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1003005" y="11963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1894522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1597350" y="17145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1300177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1300177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00177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597350" y="11963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11894522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1894522" y="137160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894522" y="11963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814314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9524762" y="2225040"/>
            <a:ext cx="28955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9227589" y="22250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27589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227589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524762" y="1714500"/>
            <a:ext cx="28955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408660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10111487" y="22250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9814314" y="22250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814314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814314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111487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003005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10705832" y="22250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10408660" y="22250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408660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0408660" y="17145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705832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597350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1300177" y="22250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11003005" y="22250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003005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1003005" y="17145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300177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1894522" y="2225040"/>
            <a:ext cx="297173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11597350" y="2225040"/>
            <a:ext cx="297172" cy="17526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1597350" y="1882140"/>
            <a:ext cx="0" cy="34290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597350" y="1714500"/>
            <a:ext cx="297172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1894522" y="1714500"/>
            <a:ext cx="297173" cy="167640"/>
          </a:xfrm>
          <a:prstGeom prst="line">
            <a:avLst/>
          </a:prstGeom>
          <a:ln w="12700">
            <a:solidFill>
              <a:srgbClr val="3F4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42971" y="2438400"/>
            <a:ext cx="9905752" cy="1524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3F474A"/>
                </a:solidFill>
                <a:latin typeface="Arial Black"/>
              </a:defRPr>
            </a:pPr>
            <a:r>
              <a:t>Elegant Education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3F474A"/>
                </a:solidFill>
                <a:latin typeface="Arial Black"/>
              </a:defRPr>
            </a:pPr>
            <a:r>
              <a:t>Pack for Students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42971" y="4191000"/>
            <a:ext cx="9905752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550" b="0" i="0">
                <a:solidFill>
                  <a:srgbClr val="515558"/>
                </a:solidFill>
                <a:latin typeface="Segoe UI"/>
              </a:defRPr>
            </a:pPr>
            <a:r>
              <a:t>Here is where your presentation begins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