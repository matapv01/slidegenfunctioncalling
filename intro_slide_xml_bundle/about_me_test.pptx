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reeform 1"/>
          <p:cNvSpPr/>
          <p:nvPr/>
        </p:nvSpPr>
        <p:spPr>
          <a:xfrm>
            <a:off x="0" y="0"/>
            <a:ext cx="12191695" cy="6858000"/>
          </a:xfrm>
          <a:custGeom>
            <a:avLst/>
            <a:gdLst/>
            <a:ahLst/>
            <a:cxnLst/>
            <a:rect l="l" t="t" r="r" b="b"/>
            <a:pathLst>
              <a:path w="12191695" h="6858000">
                <a:moveTo>
                  <a:pt x="0" y="0"/>
                </a:moveTo>
                <a:lnTo>
                  <a:pt x="12191695" y="0"/>
                </a:lnTo>
                <a:lnTo>
                  <a:pt x="12191695" y="6858000"/>
                </a:lnTo>
                <a:lnTo>
                  <a:pt x="0" y="6858000"/>
                </a:lnTo>
                <a:close/>
              </a:path>
            </a:pathLst>
          </a:custGeom>
          <a:solidFill>
            <a:srgbClr val="F7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8762781" y="0"/>
            <a:ext cx="3428914" cy="1536305"/>
          </a:xfrm>
          <a:custGeom>
            <a:avLst/>
            <a:gdLst/>
            <a:ahLst/>
            <a:cxnLst/>
            <a:rect l="l" t="t" r="r" b="b"/>
            <a:pathLst>
              <a:path w="3428914" h="1536305">
                <a:moveTo>
                  <a:pt x="0" y="0"/>
                </a:moveTo>
                <a:lnTo>
                  <a:pt x="27092" y="44591"/>
                </a:lnTo>
                <a:lnTo>
                  <a:pt x="57572" y="101036"/>
                </a:lnTo>
                <a:lnTo>
                  <a:pt x="91437" y="167640"/>
                </a:lnTo>
                <a:lnTo>
                  <a:pt x="128690" y="242711"/>
                </a:lnTo>
                <a:lnTo>
                  <a:pt x="169329" y="324556"/>
                </a:lnTo>
                <a:lnTo>
                  <a:pt x="213354" y="411480"/>
                </a:lnTo>
                <a:lnTo>
                  <a:pt x="260767" y="501791"/>
                </a:lnTo>
                <a:lnTo>
                  <a:pt x="311565" y="593796"/>
                </a:lnTo>
                <a:lnTo>
                  <a:pt x="365751" y="685800"/>
                </a:lnTo>
                <a:lnTo>
                  <a:pt x="423323" y="776111"/>
                </a:lnTo>
                <a:lnTo>
                  <a:pt x="484281" y="863036"/>
                </a:lnTo>
                <a:lnTo>
                  <a:pt x="548626" y="944880"/>
                </a:lnTo>
                <a:lnTo>
                  <a:pt x="616358" y="1019951"/>
                </a:lnTo>
                <a:lnTo>
                  <a:pt x="687476" y="1086556"/>
                </a:lnTo>
                <a:lnTo>
                  <a:pt x="761981" y="1143000"/>
                </a:lnTo>
                <a:lnTo>
                  <a:pt x="842243" y="1192897"/>
                </a:lnTo>
                <a:lnTo>
                  <a:pt x="929955" y="1240762"/>
                </a:lnTo>
                <a:lnTo>
                  <a:pt x="1024102" y="1286256"/>
                </a:lnTo>
                <a:lnTo>
                  <a:pt x="1123668" y="1329041"/>
                </a:lnTo>
                <a:lnTo>
                  <a:pt x="1227636" y="1368778"/>
                </a:lnTo>
                <a:lnTo>
                  <a:pt x="1334990" y="1405128"/>
                </a:lnTo>
                <a:lnTo>
                  <a:pt x="1444716" y="1437753"/>
                </a:lnTo>
                <a:lnTo>
                  <a:pt x="1555796" y="1466314"/>
                </a:lnTo>
                <a:lnTo>
                  <a:pt x="1667214" y="1490472"/>
                </a:lnTo>
                <a:lnTo>
                  <a:pt x="1777955" y="1509889"/>
                </a:lnTo>
                <a:lnTo>
                  <a:pt x="1887003" y="1524226"/>
                </a:lnTo>
                <a:lnTo>
                  <a:pt x="1993342" y="1533144"/>
                </a:lnTo>
                <a:lnTo>
                  <a:pt x="2095955" y="1536305"/>
                </a:lnTo>
                <a:lnTo>
                  <a:pt x="2193828" y="1533370"/>
                </a:lnTo>
                <a:lnTo>
                  <a:pt x="2285943" y="1524000"/>
                </a:lnTo>
                <a:lnTo>
                  <a:pt x="2375574" y="1504809"/>
                </a:lnTo>
                <a:lnTo>
                  <a:pt x="2466222" y="1473764"/>
                </a:lnTo>
                <a:lnTo>
                  <a:pt x="2557208" y="1432560"/>
                </a:lnTo>
                <a:lnTo>
                  <a:pt x="2647855" y="1382889"/>
                </a:lnTo>
                <a:lnTo>
                  <a:pt x="2737487" y="1326444"/>
                </a:lnTo>
                <a:lnTo>
                  <a:pt x="2825425" y="1264920"/>
                </a:lnTo>
                <a:lnTo>
                  <a:pt x="2910993" y="1200009"/>
                </a:lnTo>
                <a:lnTo>
                  <a:pt x="2993512" y="1133404"/>
                </a:lnTo>
                <a:lnTo>
                  <a:pt x="3072307" y="1066800"/>
                </a:lnTo>
                <a:lnTo>
                  <a:pt x="3146699" y="1001889"/>
                </a:lnTo>
                <a:lnTo>
                  <a:pt x="3216011" y="940364"/>
                </a:lnTo>
                <a:lnTo>
                  <a:pt x="3279566" y="883920"/>
                </a:lnTo>
                <a:lnTo>
                  <a:pt x="3336686" y="834249"/>
                </a:lnTo>
                <a:lnTo>
                  <a:pt x="3386695" y="793044"/>
                </a:lnTo>
                <a:lnTo>
                  <a:pt x="3428914" y="762000"/>
                </a:lnTo>
                <a:lnTo>
                  <a:pt x="3428914" y="0"/>
                </a:lnTo>
                <a:lnTo>
                  <a:pt x="0" y="0"/>
                </a:lnTo>
                <a:close/>
              </a:path>
            </a:pathLst>
          </a:custGeom>
          <a:solidFill>
            <a:srgbClr val="EADB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283808" y="0"/>
            <a:ext cx="1907887" cy="1989667"/>
          </a:xfrm>
          <a:custGeom>
            <a:avLst/>
            <a:gdLst/>
            <a:ahLst/>
            <a:cxnLst/>
            <a:rect l="l" t="t" r="r" b="b"/>
            <a:pathLst>
              <a:path w="1907887" h="1989667">
                <a:moveTo>
                  <a:pt x="764916" y="0"/>
                </a:moveTo>
                <a:lnTo>
                  <a:pt x="732292" y="27884"/>
                </a:lnTo>
                <a:lnTo>
                  <a:pt x="686798" y="60508"/>
                </a:lnTo>
                <a:lnTo>
                  <a:pt x="630807" y="97536"/>
                </a:lnTo>
                <a:lnTo>
                  <a:pt x="566688" y="138628"/>
                </a:lnTo>
                <a:lnTo>
                  <a:pt x="496811" y="183444"/>
                </a:lnTo>
                <a:lnTo>
                  <a:pt x="423548" y="231648"/>
                </a:lnTo>
                <a:lnTo>
                  <a:pt x="349269" y="282900"/>
                </a:lnTo>
                <a:lnTo>
                  <a:pt x="276345" y="336860"/>
                </a:lnTo>
                <a:lnTo>
                  <a:pt x="207146" y="393192"/>
                </a:lnTo>
                <a:lnTo>
                  <a:pt x="144042" y="451556"/>
                </a:lnTo>
                <a:lnTo>
                  <a:pt x="89405" y="511612"/>
                </a:lnTo>
                <a:lnTo>
                  <a:pt x="45606" y="573024"/>
                </a:lnTo>
                <a:lnTo>
                  <a:pt x="15013" y="635452"/>
                </a:lnTo>
                <a:lnTo>
                  <a:pt x="0" y="698556"/>
                </a:lnTo>
                <a:lnTo>
                  <a:pt x="2935" y="762000"/>
                </a:lnTo>
                <a:lnTo>
                  <a:pt x="24609" y="829508"/>
                </a:lnTo>
                <a:lnTo>
                  <a:pt x="62877" y="904127"/>
                </a:lnTo>
                <a:lnTo>
                  <a:pt x="115708" y="984504"/>
                </a:lnTo>
                <a:lnTo>
                  <a:pt x="181069" y="1069284"/>
                </a:lnTo>
                <a:lnTo>
                  <a:pt x="256928" y="1157111"/>
                </a:lnTo>
                <a:lnTo>
                  <a:pt x="341254" y="1246632"/>
                </a:lnTo>
                <a:lnTo>
                  <a:pt x="432015" y="1336492"/>
                </a:lnTo>
                <a:lnTo>
                  <a:pt x="527178" y="1425335"/>
                </a:lnTo>
                <a:lnTo>
                  <a:pt x="624711" y="1511808"/>
                </a:lnTo>
                <a:lnTo>
                  <a:pt x="722583" y="1594556"/>
                </a:lnTo>
                <a:lnTo>
                  <a:pt x="818762" y="1672223"/>
                </a:lnTo>
                <a:lnTo>
                  <a:pt x="911216" y="1743456"/>
                </a:lnTo>
                <a:lnTo>
                  <a:pt x="997912" y="1806900"/>
                </a:lnTo>
                <a:lnTo>
                  <a:pt x="1076820" y="1861199"/>
                </a:lnTo>
                <a:lnTo>
                  <a:pt x="1145906" y="1905000"/>
                </a:lnTo>
                <a:lnTo>
                  <a:pt x="1209348" y="1938189"/>
                </a:lnTo>
                <a:lnTo>
                  <a:pt x="1272451" y="1962235"/>
                </a:lnTo>
                <a:lnTo>
                  <a:pt x="1334877" y="1978152"/>
                </a:lnTo>
                <a:lnTo>
                  <a:pt x="1396287" y="1986957"/>
                </a:lnTo>
                <a:lnTo>
                  <a:pt x="1456343" y="1989667"/>
                </a:lnTo>
                <a:lnTo>
                  <a:pt x="1514705" y="1987296"/>
                </a:lnTo>
                <a:lnTo>
                  <a:pt x="1571035" y="1980861"/>
                </a:lnTo>
                <a:lnTo>
                  <a:pt x="1624995" y="1971379"/>
                </a:lnTo>
                <a:lnTo>
                  <a:pt x="1676245" y="1959864"/>
                </a:lnTo>
                <a:lnTo>
                  <a:pt x="1724447" y="1947333"/>
                </a:lnTo>
                <a:lnTo>
                  <a:pt x="1769263" y="1934803"/>
                </a:lnTo>
                <a:lnTo>
                  <a:pt x="1810353" y="1923288"/>
                </a:lnTo>
                <a:lnTo>
                  <a:pt x="1847380" y="1913805"/>
                </a:lnTo>
                <a:lnTo>
                  <a:pt x="1880004" y="1907371"/>
                </a:lnTo>
                <a:lnTo>
                  <a:pt x="1907887" y="1905000"/>
                </a:lnTo>
              </a:path>
            </a:pathLst>
          </a:custGeom>
          <a:noFill/>
          <a:ln w="50800">
            <a:solidFill>
              <a:srgbClr val="99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0" y="4953000"/>
            <a:ext cx="1927530" cy="1905000"/>
          </a:xfrm>
          <a:custGeom>
            <a:avLst/>
            <a:gdLst/>
            <a:ahLst/>
            <a:cxnLst/>
            <a:rect l="l" t="t" r="r" b="b"/>
            <a:pathLst>
              <a:path w="1927530" h="1905000">
                <a:moveTo>
                  <a:pt x="0" y="0"/>
                </a:moveTo>
                <a:lnTo>
                  <a:pt x="27883" y="13547"/>
                </a:lnTo>
                <a:lnTo>
                  <a:pt x="60507" y="28787"/>
                </a:lnTo>
                <a:lnTo>
                  <a:pt x="97534" y="45720"/>
                </a:lnTo>
                <a:lnTo>
                  <a:pt x="138624" y="64347"/>
                </a:lnTo>
                <a:lnTo>
                  <a:pt x="183440" y="84667"/>
                </a:lnTo>
                <a:lnTo>
                  <a:pt x="231642" y="106680"/>
                </a:lnTo>
                <a:lnTo>
                  <a:pt x="282892" y="130387"/>
                </a:lnTo>
                <a:lnTo>
                  <a:pt x="336852" y="155787"/>
                </a:lnTo>
                <a:lnTo>
                  <a:pt x="393182" y="182880"/>
                </a:lnTo>
                <a:lnTo>
                  <a:pt x="451544" y="211667"/>
                </a:lnTo>
                <a:lnTo>
                  <a:pt x="511600" y="242147"/>
                </a:lnTo>
                <a:lnTo>
                  <a:pt x="573010" y="274320"/>
                </a:lnTo>
                <a:lnTo>
                  <a:pt x="635436" y="308187"/>
                </a:lnTo>
                <a:lnTo>
                  <a:pt x="698539" y="343747"/>
                </a:lnTo>
                <a:lnTo>
                  <a:pt x="761981" y="381000"/>
                </a:lnTo>
                <a:lnTo>
                  <a:pt x="830277" y="420737"/>
                </a:lnTo>
                <a:lnTo>
                  <a:pt x="907040" y="463522"/>
                </a:lnTo>
                <a:lnTo>
                  <a:pt x="990575" y="509016"/>
                </a:lnTo>
                <a:lnTo>
                  <a:pt x="1079191" y="556881"/>
                </a:lnTo>
                <a:lnTo>
                  <a:pt x="1171193" y="606778"/>
                </a:lnTo>
                <a:lnTo>
                  <a:pt x="1264888" y="658368"/>
                </a:lnTo>
                <a:lnTo>
                  <a:pt x="1358584" y="711313"/>
                </a:lnTo>
                <a:lnTo>
                  <a:pt x="1450586" y="765274"/>
                </a:lnTo>
                <a:lnTo>
                  <a:pt x="1539201" y="819912"/>
                </a:lnTo>
                <a:lnTo>
                  <a:pt x="1622737" y="874889"/>
                </a:lnTo>
                <a:lnTo>
                  <a:pt x="1699500" y="929866"/>
                </a:lnTo>
                <a:lnTo>
                  <a:pt x="1767796" y="984504"/>
                </a:lnTo>
                <a:lnTo>
                  <a:pt x="1825932" y="1038465"/>
                </a:lnTo>
                <a:lnTo>
                  <a:pt x="1872215" y="1091410"/>
                </a:lnTo>
                <a:lnTo>
                  <a:pt x="1904952" y="1143000"/>
                </a:lnTo>
                <a:lnTo>
                  <a:pt x="1923014" y="1195380"/>
                </a:lnTo>
                <a:lnTo>
                  <a:pt x="1927530" y="1250470"/>
                </a:lnTo>
                <a:lnTo>
                  <a:pt x="1920192" y="1307592"/>
                </a:lnTo>
                <a:lnTo>
                  <a:pt x="1902695" y="1366068"/>
                </a:lnTo>
                <a:lnTo>
                  <a:pt x="1876731" y="1425222"/>
                </a:lnTo>
                <a:lnTo>
                  <a:pt x="1843994" y="1484376"/>
                </a:lnTo>
                <a:lnTo>
                  <a:pt x="1806177" y="1542852"/>
                </a:lnTo>
                <a:lnTo>
                  <a:pt x="1764974" y="1599974"/>
                </a:lnTo>
                <a:lnTo>
                  <a:pt x="1722077" y="1655064"/>
                </a:lnTo>
                <a:lnTo>
                  <a:pt x="1679180" y="1707444"/>
                </a:lnTo>
                <a:lnTo>
                  <a:pt x="1637977" y="1756438"/>
                </a:lnTo>
                <a:lnTo>
                  <a:pt x="1600160" y="1801368"/>
                </a:lnTo>
                <a:lnTo>
                  <a:pt x="1567423" y="1841556"/>
                </a:lnTo>
                <a:lnTo>
                  <a:pt x="1541459" y="1876326"/>
                </a:lnTo>
                <a:lnTo>
                  <a:pt x="1523962" y="1905000"/>
                </a:lnTo>
                <a:lnTo>
                  <a:pt x="0" y="1905000"/>
                </a:lnTo>
                <a:lnTo>
                  <a:pt x="0" y="0"/>
                </a:lnTo>
                <a:close/>
              </a:path>
            </a:pathLst>
          </a:custGeom>
          <a:solidFill>
            <a:srgbClr val="EADB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0" y="5943600"/>
            <a:ext cx="1961395" cy="914400"/>
          </a:xfrm>
          <a:custGeom>
            <a:avLst/>
            <a:gdLst/>
            <a:ahLst/>
            <a:cxnLst/>
            <a:rect l="l" t="t" r="r" b="b"/>
            <a:pathLst>
              <a:path w="1961395" h="914400">
                <a:moveTo>
                  <a:pt x="0" y="0"/>
                </a:moveTo>
                <a:lnTo>
                  <a:pt x="43800" y="5261"/>
                </a:lnTo>
                <a:lnTo>
                  <a:pt x="98098" y="10928"/>
                </a:lnTo>
                <a:lnTo>
                  <a:pt x="161540" y="17069"/>
                </a:lnTo>
                <a:lnTo>
                  <a:pt x="232771" y="23752"/>
                </a:lnTo>
                <a:lnTo>
                  <a:pt x="310437" y="31044"/>
                </a:lnTo>
                <a:lnTo>
                  <a:pt x="393182" y="39014"/>
                </a:lnTo>
                <a:lnTo>
                  <a:pt x="479653" y="47729"/>
                </a:lnTo>
                <a:lnTo>
                  <a:pt x="568494" y="57257"/>
                </a:lnTo>
                <a:lnTo>
                  <a:pt x="658352" y="67666"/>
                </a:lnTo>
                <a:lnTo>
                  <a:pt x="747870" y="79022"/>
                </a:lnTo>
                <a:lnTo>
                  <a:pt x="835696" y="91395"/>
                </a:lnTo>
                <a:lnTo>
                  <a:pt x="920473" y="104851"/>
                </a:lnTo>
                <a:lnTo>
                  <a:pt x="1000848" y="119459"/>
                </a:lnTo>
                <a:lnTo>
                  <a:pt x="1075466" y="135286"/>
                </a:lnTo>
                <a:lnTo>
                  <a:pt x="1142971" y="152400"/>
                </a:lnTo>
                <a:lnTo>
                  <a:pt x="1206413" y="171162"/>
                </a:lnTo>
                <a:lnTo>
                  <a:pt x="1269517" y="191753"/>
                </a:lnTo>
                <a:lnTo>
                  <a:pt x="1331943" y="213970"/>
                </a:lnTo>
                <a:lnTo>
                  <a:pt x="1393353" y="237609"/>
                </a:lnTo>
                <a:lnTo>
                  <a:pt x="1453408" y="262467"/>
                </a:lnTo>
                <a:lnTo>
                  <a:pt x="1511770" y="288341"/>
                </a:lnTo>
                <a:lnTo>
                  <a:pt x="1568100" y="315028"/>
                </a:lnTo>
                <a:lnTo>
                  <a:pt x="1622060" y="342324"/>
                </a:lnTo>
                <a:lnTo>
                  <a:pt x="1673310" y="370027"/>
                </a:lnTo>
                <a:lnTo>
                  <a:pt x="1721512" y="397933"/>
                </a:lnTo>
                <a:lnTo>
                  <a:pt x="1766328" y="425839"/>
                </a:lnTo>
                <a:lnTo>
                  <a:pt x="1807419" y="453542"/>
                </a:lnTo>
                <a:lnTo>
                  <a:pt x="1844445" y="480839"/>
                </a:lnTo>
                <a:lnTo>
                  <a:pt x="1877069" y="507526"/>
                </a:lnTo>
                <a:lnTo>
                  <a:pt x="1904952" y="533400"/>
                </a:lnTo>
                <a:lnTo>
                  <a:pt x="1927078" y="559590"/>
                </a:lnTo>
                <a:lnTo>
                  <a:pt x="1943108" y="587135"/>
                </a:lnTo>
                <a:lnTo>
                  <a:pt x="1953719" y="615696"/>
                </a:lnTo>
                <a:lnTo>
                  <a:pt x="1959589" y="644934"/>
                </a:lnTo>
                <a:lnTo>
                  <a:pt x="1961395" y="674511"/>
                </a:lnTo>
                <a:lnTo>
                  <a:pt x="1959815" y="704088"/>
                </a:lnTo>
                <a:lnTo>
                  <a:pt x="1955525" y="733326"/>
                </a:lnTo>
                <a:lnTo>
                  <a:pt x="1949204" y="761887"/>
                </a:lnTo>
                <a:lnTo>
                  <a:pt x="1941527" y="789432"/>
                </a:lnTo>
                <a:lnTo>
                  <a:pt x="1933174" y="815622"/>
                </a:lnTo>
                <a:lnTo>
                  <a:pt x="1924820" y="840119"/>
                </a:lnTo>
                <a:lnTo>
                  <a:pt x="1917144" y="862584"/>
                </a:lnTo>
                <a:lnTo>
                  <a:pt x="1910822" y="882678"/>
                </a:lnTo>
                <a:lnTo>
                  <a:pt x="1906533" y="900063"/>
                </a:lnTo>
                <a:lnTo>
                  <a:pt x="1904952" y="914400"/>
                </a:lnTo>
              </a:path>
            </a:pathLst>
          </a:custGeom>
          <a:noFill/>
          <a:ln w="50800">
            <a:solidFill>
              <a:srgbClr val="99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0575" y="1981200"/>
            <a:ext cx="4571886" cy="914400"/>
          </a:xfrm>
          <a:prstGeom prst="rect">
            <a:avLst/>
          </a:prstGeom>
          <a:noFill/>
        </p:spPr>
        <p:txBody>
          <a:bodyPr wrap="none" lIns="0" rIns="0" tIns="0" bIns="0" anchor="ctr">
            <a:noAutofit/>
          </a:bodyPr>
          <a:lstStyle/>
          <a:p>
            <a:pPr algn="l">
              <a:lnSpc>
                <a:spcPct val="100000"/>
              </a:lnSpc>
              <a:spcBef>
                <a:spcPts val="0"/>
              </a:spcBef>
              <a:spcAft>
                <a:spcPts val="0"/>
              </a:spcAft>
              <a:defRPr sz="5200" b="0" i="0">
                <a:solidFill>
                  <a:srgbClr val="3E281C"/>
                </a:solidFill>
                <a:latin typeface="Segoe UI Light"/>
              </a:defRPr>
            </a:pPr>
            <a:r>
              <a:t>About Me</a:t>
            </a:r>
          </a:p>
        </p:txBody>
      </p:sp>
      <p:sp>
        <p:nvSpPr>
          <p:cNvPr id="8" name="TextBox 7"/>
          <p:cNvSpPr txBox="1"/>
          <p:nvPr/>
        </p:nvSpPr>
        <p:spPr>
          <a:xfrm>
            <a:off x="990575" y="3048000"/>
            <a:ext cx="5333867" cy="3048000"/>
          </a:xfrm>
          <a:prstGeom prst="rect">
            <a:avLst/>
          </a:prstGeom>
          <a:noFill/>
        </p:spPr>
        <p:txBody>
          <a:bodyPr wrap="square" lIns="0" rIns="0" tIns="0" bIns="0" anchor="t">
            <a:noAutofit/>
          </a:bodyPr>
          <a:lstStyle/>
          <a:p>
            <a:pPr algn="l">
              <a:lnSpc>
                <a:spcPct val="130000"/>
              </a:lnSpc>
              <a:spcBef>
                <a:spcPts val="0"/>
              </a:spcBef>
              <a:spcAft>
                <a:spcPts val="0"/>
              </a:spcAft>
              <a:defRPr sz="2150" b="0" i="0">
                <a:solidFill>
                  <a:srgbClr val="665246"/>
                </a:solidFill>
                <a:latin typeface="Segoe UI"/>
              </a:defRPr>
            </a:pPr>
            <a:r>
              <a:t>Lorem ipsum dolor amet, consectetur adipiscing elit, sed eiusmod tempor incididunt ut labore dolore magna aliqua. Lorem ipsum dolor amet, consectetur adipiscing elit, sed eiusmod tempor incididunt ut labore dolore magna aliqua.</a:t>
            </a:r>
          </a:p>
        </p:txBody>
      </p:sp>
      <p:sp>
        <p:nvSpPr>
          <p:cNvPr id="9" name="Oval 8"/>
          <p:cNvSpPr/>
          <p:nvPr/>
        </p:nvSpPr>
        <p:spPr>
          <a:xfrm>
            <a:off x="7193100" y="1097280"/>
            <a:ext cx="3901342" cy="4663440"/>
          </a:xfrm>
          <a:prstGeom prst="ellipse">
            <a:avLst/>
          </a:prstGeom>
          <a:solidFill>
            <a:srgbClr val="9974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mpct3ey4tf.png"/>
          <p:cNvPicPr>
            <a:picLocks noChangeAspect="1"/>
          </p:cNvPicPr>
          <p:nvPr/>
        </p:nvPicPr>
        <p:blipFill>
          <a:blip r:embed="rId2"/>
          <a:stretch>
            <a:fillRect/>
          </a:stretch>
        </p:blipFill>
        <p:spPr>
          <a:xfrm>
            <a:off x="7238819" y="1143000"/>
            <a:ext cx="3809905" cy="4572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