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l" t="t" r="r" b="b"/>
            <a:pathLst>
              <a:path w="12191695" h="6858000">
                <a:moveTo>
                  <a:pt x="0" y="0"/>
                </a:moveTo>
                <a:lnTo>
                  <a:pt x="12191695" y="0"/>
                </a:lnTo>
                <a:lnTo>
                  <a:pt x="12191695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80990" y="381000"/>
            <a:ext cx="646563" cy="646578"/>
          </a:xfrm>
          <a:custGeom>
            <a:avLst/>
            <a:gdLst/>
            <a:ahLst/>
            <a:cxnLst/>
            <a:rect l="l" t="t" r="r" b="b"/>
            <a:pathLst>
              <a:path w="646563" h="646578">
                <a:moveTo>
                  <a:pt x="0" y="0"/>
                </a:moveTo>
                <a:lnTo>
                  <a:pt x="484922" y="161645"/>
                </a:lnTo>
                <a:lnTo>
                  <a:pt x="646563" y="646578"/>
                </a:lnTo>
                <a:lnTo>
                  <a:pt x="161641" y="484934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09585" y="113439"/>
            <a:ext cx="572822" cy="286418"/>
          </a:xfrm>
          <a:custGeom>
            <a:avLst/>
            <a:gdLst/>
            <a:ahLst/>
            <a:cxnLst/>
            <a:rect l="l" t="t" r="r" b="b"/>
            <a:pathLst>
              <a:path w="572822" h="286418">
                <a:moveTo>
                  <a:pt x="0" y="38961"/>
                </a:moveTo>
                <a:lnTo>
                  <a:pt x="338533" y="0"/>
                </a:lnTo>
                <a:lnTo>
                  <a:pt x="572822" y="247456"/>
                </a:lnTo>
                <a:lnTo>
                  <a:pt x="234288" y="286418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03696" y="609600"/>
            <a:ext cx="358014" cy="716046"/>
          </a:xfrm>
          <a:custGeom>
            <a:avLst/>
            <a:gdLst/>
            <a:ahLst/>
            <a:cxnLst/>
            <a:rect l="l" t="t" r="r" b="b"/>
            <a:pathLst>
              <a:path w="358014" h="716046">
                <a:moveTo>
                  <a:pt x="48700" y="0"/>
                </a:moveTo>
                <a:lnTo>
                  <a:pt x="358014" y="292868"/>
                </a:lnTo>
                <a:lnTo>
                  <a:pt x="309313" y="716046"/>
                </a:lnTo>
                <a:lnTo>
                  <a:pt x="0" y="423178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380990" y="5722658"/>
            <a:ext cx="754323" cy="754342"/>
          </a:xfrm>
          <a:custGeom>
            <a:avLst/>
            <a:gdLst/>
            <a:ahLst/>
            <a:cxnLst/>
            <a:rect l="l" t="t" r="r" b="b"/>
            <a:pathLst>
              <a:path w="754323" h="754342">
                <a:moveTo>
                  <a:pt x="0" y="754342"/>
                </a:moveTo>
                <a:lnTo>
                  <a:pt x="188581" y="188586"/>
                </a:lnTo>
                <a:lnTo>
                  <a:pt x="754323" y="0"/>
                </a:lnTo>
                <a:lnTo>
                  <a:pt x="565742" y="565757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1981" y="6458143"/>
            <a:ext cx="572822" cy="286418"/>
          </a:xfrm>
          <a:custGeom>
            <a:avLst/>
            <a:gdLst/>
            <a:ahLst/>
            <a:cxnLst/>
            <a:rect l="l" t="t" r="r" b="b"/>
            <a:pathLst>
              <a:path w="572822" h="286418">
                <a:moveTo>
                  <a:pt x="0" y="247457"/>
                </a:moveTo>
                <a:lnTo>
                  <a:pt x="234289" y="0"/>
                </a:lnTo>
                <a:lnTo>
                  <a:pt x="572822" y="38962"/>
                </a:lnTo>
                <a:lnTo>
                  <a:pt x="338534" y="286418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03696" y="5379954"/>
            <a:ext cx="358014" cy="716046"/>
          </a:xfrm>
          <a:custGeom>
            <a:avLst/>
            <a:gdLst/>
            <a:ahLst/>
            <a:cxnLst/>
            <a:rect l="l" t="t" r="r" b="b"/>
            <a:pathLst>
              <a:path w="358014" h="716046">
                <a:moveTo>
                  <a:pt x="48700" y="716046"/>
                </a:moveTo>
                <a:lnTo>
                  <a:pt x="0" y="292868"/>
                </a:lnTo>
                <a:lnTo>
                  <a:pt x="309313" y="0"/>
                </a:lnTo>
                <a:lnTo>
                  <a:pt x="358014" y="423178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164142" y="381000"/>
            <a:ext cx="646563" cy="646578"/>
          </a:xfrm>
          <a:custGeom>
            <a:avLst/>
            <a:gdLst/>
            <a:ahLst/>
            <a:cxnLst/>
            <a:rect l="l" t="t" r="r" b="b"/>
            <a:pathLst>
              <a:path w="646563" h="646578">
                <a:moveTo>
                  <a:pt x="646563" y="0"/>
                </a:moveTo>
                <a:lnTo>
                  <a:pt x="484922" y="484934"/>
                </a:lnTo>
                <a:lnTo>
                  <a:pt x="0" y="646578"/>
                </a:lnTo>
                <a:lnTo>
                  <a:pt x="161641" y="161645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0856892" y="113439"/>
            <a:ext cx="572822" cy="286418"/>
          </a:xfrm>
          <a:custGeom>
            <a:avLst/>
            <a:gdLst/>
            <a:ahLst/>
            <a:cxnLst/>
            <a:rect l="l" t="t" r="r" b="b"/>
            <a:pathLst>
              <a:path w="572822" h="286418">
                <a:moveTo>
                  <a:pt x="572822" y="38961"/>
                </a:moveTo>
                <a:lnTo>
                  <a:pt x="338533" y="286418"/>
                </a:lnTo>
                <a:lnTo>
                  <a:pt x="0" y="247456"/>
                </a:lnTo>
                <a:lnTo>
                  <a:pt x="234288" y="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1729985" y="762000"/>
            <a:ext cx="358014" cy="716046"/>
          </a:xfrm>
          <a:custGeom>
            <a:avLst/>
            <a:gdLst/>
            <a:ahLst/>
            <a:cxnLst/>
            <a:rect l="l" t="t" r="r" b="b"/>
            <a:pathLst>
              <a:path w="358014" h="716046">
                <a:moveTo>
                  <a:pt x="309314" y="0"/>
                </a:moveTo>
                <a:lnTo>
                  <a:pt x="358014" y="423178"/>
                </a:lnTo>
                <a:lnTo>
                  <a:pt x="48701" y="716046"/>
                </a:lnTo>
                <a:lnTo>
                  <a:pt x="0" y="292868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056382" y="5722658"/>
            <a:ext cx="754323" cy="754342"/>
          </a:xfrm>
          <a:custGeom>
            <a:avLst/>
            <a:gdLst/>
            <a:ahLst/>
            <a:cxnLst/>
            <a:rect l="l" t="t" r="r" b="b"/>
            <a:pathLst>
              <a:path w="754323" h="754342">
                <a:moveTo>
                  <a:pt x="754323" y="754342"/>
                </a:moveTo>
                <a:lnTo>
                  <a:pt x="188581" y="565757"/>
                </a:lnTo>
                <a:lnTo>
                  <a:pt x="0" y="0"/>
                </a:lnTo>
                <a:lnTo>
                  <a:pt x="565742" y="188586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856892" y="6458143"/>
            <a:ext cx="572822" cy="286418"/>
          </a:xfrm>
          <a:custGeom>
            <a:avLst/>
            <a:gdLst/>
            <a:ahLst/>
            <a:cxnLst/>
            <a:rect l="l" t="t" r="r" b="b"/>
            <a:pathLst>
              <a:path w="572822" h="286418">
                <a:moveTo>
                  <a:pt x="572822" y="247457"/>
                </a:moveTo>
                <a:lnTo>
                  <a:pt x="234288" y="286418"/>
                </a:lnTo>
                <a:lnTo>
                  <a:pt x="0" y="38962"/>
                </a:lnTo>
                <a:lnTo>
                  <a:pt x="338533" y="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29985" y="5379954"/>
            <a:ext cx="358014" cy="716046"/>
          </a:xfrm>
          <a:custGeom>
            <a:avLst/>
            <a:gdLst/>
            <a:ahLst/>
            <a:cxnLst/>
            <a:rect l="l" t="t" r="r" b="b"/>
            <a:pathLst>
              <a:path w="358014" h="716046">
                <a:moveTo>
                  <a:pt x="309314" y="716046"/>
                </a:moveTo>
                <a:lnTo>
                  <a:pt x="0" y="423178"/>
                </a:lnTo>
                <a:lnTo>
                  <a:pt x="48701" y="0"/>
                </a:lnTo>
                <a:lnTo>
                  <a:pt x="358014" y="292868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3962" y="762000"/>
            <a:ext cx="9143771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50" b="0" i="1">
                <a:solidFill>
                  <a:srgbClr val="4A2E2B"/>
                </a:solidFill>
                <a:latin typeface="Georgia"/>
              </a:defRPr>
            </a:pPr>
            <a:r>
              <a:t>Comparing poetry: poetic devices</a:t>
            </a:r>
          </a:p>
        </p:txBody>
      </p:sp>
      <p:sp>
        <p:nvSpPr>
          <p:cNvPr id="16" name="Oval 15"/>
          <p:cNvSpPr/>
          <p:nvPr/>
        </p:nvSpPr>
        <p:spPr>
          <a:xfrm>
            <a:off x="3124122" y="2362200"/>
            <a:ext cx="1371566" cy="13716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3657508" y="2590800"/>
            <a:ext cx="152397" cy="1066800"/>
          </a:xfrm>
          <a:prstGeom prst="line">
            <a:avLst/>
          </a:prstGeom>
          <a:ln w="38100">
            <a:solidFill>
              <a:srgbClr val="4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3771806" y="3170369"/>
            <a:ext cx="258625" cy="258631"/>
          </a:xfrm>
          <a:custGeom>
            <a:avLst/>
            <a:gdLst/>
            <a:ahLst/>
            <a:cxnLst/>
            <a:rect l="l" t="t" r="r" b="b"/>
            <a:pathLst>
              <a:path w="258625" h="258631">
                <a:moveTo>
                  <a:pt x="0" y="258631"/>
                </a:moveTo>
                <a:lnTo>
                  <a:pt x="64656" y="64657"/>
                </a:lnTo>
                <a:lnTo>
                  <a:pt x="258625" y="0"/>
                </a:lnTo>
                <a:lnTo>
                  <a:pt x="193968" y="193973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733707" y="3048000"/>
            <a:ext cx="263958" cy="152400"/>
          </a:xfrm>
          <a:custGeom>
            <a:avLst/>
            <a:gdLst/>
            <a:ahLst/>
            <a:cxnLst/>
            <a:rect l="l" t="t" r="r" b="b"/>
            <a:pathLst>
              <a:path w="263958" h="152400">
                <a:moveTo>
                  <a:pt x="0" y="152400"/>
                </a:moveTo>
                <a:lnTo>
                  <a:pt x="93880" y="10209"/>
                </a:lnTo>
                <a:lnTo>
                  <a:pt x="263958" y="0"/>
                </a:lnTo>
                <a:lnTo>
                  <a:pt x="170078" y="142191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695608" y="2628646"/>
            <a:ext cx="198115" cy="343154"/>
          </a:xfrm>
          <a:custGeom>
            <a:avLst/>
            <a:gdLst/>
            <a:ahLst/>
            <a:cxnLst/>
            <a:rect l="l" t="t" r="r" b="b"/>
            <a:pathLst>
              <a:path w="198115" h="343154">
                <a:moveTo>
                  <a:pt x="0" y="343154"/>
                </a:moveTo>
                <a:lnTo>
                  <a:pt x="13271" y="122047"/>
                </a:lnTo>
                <a:lnTo>
                  <a:pt x="198115" y="0"/>
                </a:lnTo>
                <a:lnTo>
                  <a:pt x="184843" y="221107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657508" y="2631844"/>
            <a:ext cx="257771" cy="128889"/>
          </a:xfrm>
          <a:custGeom>
            <a:avLst/>
            <a:gdLst/>
            <a:ahLst/>
            <a:cxnLst/>
            <a:rect l="l" t="t" r="r" b="b"/>
            <a:pathLst>
              <a:path w="257771" h="128889">
                <a:moveTo>
                  <a:pt x="0" y="111356"/>
                </a:moveTo>
                <a:lnTo>
                  <a:pt x="105430" y="0"/>
                </a:lnTo>
                <a:lnTo>
                  <a:pt x="257771" y="17533"/>
                </a:lnTo>
                <a:lnTo>
                  <a:pt x="152341" y="128889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455056" y="3169920"/>
            <a:ext cx="316750" cy="182880"/>
          </a:xfrm>
          <a:custGeom>
            <a:avLst/>
            <a:gdLst/>
            <a:ahLst/>
            <a:cxnLst/>
            <a:rect l="l" t="t" r="r" b="b"/>
            <a:pathLst>
              <a:path w="316750" h="182880">
                <a:moveTo>
                  <a:pt x="316750" y="182880"/>
                </a:moveTo>
                <a:lnTo>
                  <a:pt x="112656" y="170629"/>
                </a:lnTo>
                <a:lnTo>
                  <a:pt x="0" y="0"/>
                </a:lnTo>
                <a:lnTo>
                  <a:pt x="204094" y="12251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403415" y="2911899"/>
            <a:ext cx="315052" cy="157530"/>
          </a:xfrm>
          <a:custGeom>
            <a:avLst/>
            <a:gdLst/>
            <a:ahLst/>
            <a:cxnLst/>
            <a:rect l="l" t="t" r="r" b="b"/>
            <a:pathLst>
              <a:path w="315052" h="157530">
                <a:moveTo>
                  <a:pt x="315052" y="136101"/>
                </a:moveTo>
                <a:lnTo>
                  <a:pt x="128858" y="157530"/>
                </a:lnTo>
                <a:lnTo>
                  <a:pt x="0" y="21428"/>
                </a:lnTo>
                <a:lnTo>
                  <a:pt x="186193" y="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367956" y="2590800"/>
            <a:ext cx="304792" cy="152400"/>
          </a:xfrm>
          <a:custGeom>
            <a:avLst/>
            <a:gdLst/>
            <a:ahLst/>
            <a:cxnLst/>
            <a:rect l="l" t="t" r="r" b="b"/>
            <a:pathLst>
              <a:path w="304792" h="152400">
                <a:moveTo>
                  <a:pt x="304792" y="76200"/>
                </a:moveTo>
                <a:lnTo>
                  <a:pt x="152396" y="152400"/>
                </a:lnTo>
                <a:lnTo>
                  <a:pt x="0" y="76200"/>
                </a:lnTo>
                <a:lnTo>
                  <a:pt x="152396" y="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5943" y="3962400"/>
            <a:ext cx="3047924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50" b="1" i="1">
                <a:solidFill>
                  <a:srgbClr val="4A2E2B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4952" y="4572000"/>
            <a:ext cx="3809905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300" b="0" i="0">
                <a:solidFill>
                  <a:srgbClr val="4A2E2B"/>
                </a:solidFill>
                <a:latin typeface="Arial"/>
              </a:defRPr>
            </a:pPr>
            <a:r>
              <a:t>Mercury is the closest planet to the Sun and the smallest one in the Solar System</a:t>
            </a:r>
          </a:p>
        </p:txBody>
      </p:sp>
      <p:sp>
        <p:nvSpPr>
          <p:cNvPr id="27" name="Oval 26"/>
          <p:cNvSpPr/>
          <p:nvPr/>
        </p:nvSpPr>
        <p:spPr>
          <a:xfrm>
            <a:off x="7696007" y="2362200"/>
            <a:ext cx="1371566" cy="13716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V="1">
            <a:off x="8381790" y="2590800"/>
            <a:ext cx="0" cy="1066800"/>
          </a:xfrm>
          <a:prstGeom prst="line">
            <a:avLst/>
          </a:prstGeom>
          <a:ln w="38100">
            <a:solidFill>
              <a:srgbClr val="4A2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 28"/>
          <p:cNvSpPr/>
          <p:nvPr/>
        </p:nvSpPr>
        <p:spPr>
          <a:xfrm>
            <a:off x="8381790" y="3213474"/>
            <a:ext cx="215521" cy="215526"/>
          </a:xfrm>
          <a:custGeom>
            <a:avLst/>
            <a:gdLst/>
            <a:ahLst/>
            <a:cxnLst/>
            <a:rect l="l" t="t" r="r" b="b"/>
            <a:pathLst>
              <a:path w="215521" h="215526">
                <a:moveTo>
                  <a:pt x="0" y="215526"/>
                </a:moveTo>
                <a:lnTo>
                  <a:pt x="53881" y="53881"/>
                </a:lnTo>
                <a:lnTo>
                  <a:pt x="215521" y="0"/>
                </a:lnTo>
                <a:lnTo>
                  <a:pt x="161641" y="161644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381790" y="2941320"/>
            <a:ext cx="316750" cy="182880"/>
          </a:xfrm>
          <a:custGeom>
            <a:avLst/>
            <a:gdLst/>
            <a:ahLst/>
            <a:cxnLst/>
            <a:rect l="l" t="t" r="r" b="b"/>
            <a:pathLst>
              <a:path w="316750" h="182880">
                <a:moveTo>
                  <a:pt x="0" y="182880"/>
                </a:moveTo>
                <a:lnTo>
                  <a:pt x="112656" y="12251"/>
                </a:lnTo>
                <a:lnTo>
                  <a:pt x="316750" y="0"/>
                </a:lnTo>
                <a:lnTo>
                  <a:pt x="204094" y="170629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8381790" y="2555435"/>
            <a:ext cx="152396" cy="263965"/>
          </a:xfrm>
          <a:custGeom>
            <a:avLst/>
            <a:gdLst/>
            <a:ahLst/>
            <a:cxnLst/>
            <a:rect l="l" t="t" r="r" b="b"/>
            <a:pathLst>
              <a:path w="152396" h="263965">
                <a:moveTo>
                  <a:pt x="0" y="263965"/>
                </a:moveTo>
                <a:lnTo>
                  <a:pt x="10209" y="93883"/>
                </a:lnTo>
                <a:lnTo>
                  <a:pt x="152396" y="0"/>
                </a:lnTo>
                <a:lnTo>
                  <a:pt x="142188" y="170083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8144717" y="3039521"/>
            <a:ext cx="237073" cy="237079"/>
          </a:xfrm>
          <a:custGeom>
            <a:avLst/>
            <a:gdLst/>
            <a:ahLst/>
            <a:cxnLst/>
            <a:rect l="l" t="t" r="r" b="b"/>
            <a:pathLst>
              <a:path w="237073" h="237079">
                <a:moveTo>
                  <a:pt x="237073" y="237079"/>
                </a:moveTo>
                <a:lnTo>
                  <a:pt x="59269" y="177809"/>
                </a:lnTo>
                <a:lnTo>
                  <a:pt x="0" y="0"/>
                </a:lnTo>
                <a:lnTo>
                  <a:pt x="177805" y="5927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065041" y="2788920"/>
            <a:ext cx="316749" cy="182880"/>
          </a:xfrm>
          <a:custGeom>
            <a:avLst/>
            <a:gdLst/>
            <a:ahLst/>
            <a:cxnLst/>
            <a:rect l="l" t="t" r="r" b="b"/>
            <a:pathLst>
              <a:path w="316749" h="182880">
                <a:moveTo>
                  <a:pt x="316749" y="182880"/>
                </a:moveTo>
                <a:lnTo>
                  <a:pt x="112656" y="170629"/>
                </a:lnTo>
                <a:lnTo>
                  <a:pt x="0" y="0"/>
                </a:lnTo>
                <a:lnTo>
                  <a:pt x="204093" y="12251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8244634" y="2429432"/>
            <a:ext cx="137156" cy="237568"/>
          </a:xfrm>
          <a:custGeom>
            <a:avLst/>
            <a:gdLst/>
            <a:ahLst/>
            <a:cxnLst/>
            <a:rect l="l" t="t" r="r" b="b"/>
            <a:pathLst>
              <a:path w="137156" h="237568">
                <a:moveTo>
                  <a:pt x="137156" y="237568"/>
                </a:moveTo>
                <a:lnTo>
                  <a:pt x="9187" y="153074"/>
                </a:lnTo>
                <a:lnTo>
                  <a:pt x="0" y="0"/>
                </a:lnTo>
                <a:lnTo>
                  <a:pt x="127969" y="84494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7828" y="3962400"/>
            <a:ext cx="3047924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50" b="1" i="1">
                <a:solidFill>
                  <a:srgbClr val="4A2E2B"/>
                </a:solidFill>
                <a:latin typeface="Arial"/>
              </a:defRPr>
            </a:pPr>
            <a:r>
              <a:t>Solution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6838" y="4572000"/>
            <a:ext cx="3809905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 i="0">
                <a:solidFill>
                  <a:srgbClr val="4A2E2B"/>
                </a:solidFill>
                <a:latin typeface="Arial"/>
              </a:defRPr>
            </a:pPr>
            <a:r>
              <a:t>Venus has a beautiful name and is the second planet from the Sun</a:t>
            </a:r>
          </a:p>
        </p:txBody>
      </p:sp>
      <p:sp>
        <p:nvSpPr>
          <p:cNvPr id="37" name="Freeform 36"/>
          <p:cNvSpPr/>
          <p:nvPr/>
        </p:nvSpPr>
        <p:spPr>
          <a:xfrm>
            <a:off x="0" y="6477000"/>
            <a:ext cx="12191695" cy="381000"/>
          </a:xfrm>
          <a:custGeom>
            <a:avLst/>
            <a:gdLst/>
            <a:ahLst/>
            <a:cxnLst/>
            <a:rect l="l" t="t" r="r" b="b"/>
            <a:pathLst>
              <a:path w="12191695" h="381000">
                <a:moveTo>
                  <a:pt x="0" y="0"/>
                </a:moveTo>
                <a:lnTo>
                  <a:pt x="12191695" y="0"/>
                </a:lnTo>
                <a:lnTo>
                  <a:pt x="12191695" y="381000"/>
                </a:lnTo>
                <a:lnTo>
                  <a:pt x="0" y="381000"/>
                </a:lnTo>
                <a:close/>
              </a:path>
            </a:pathLst>
          </a:cu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