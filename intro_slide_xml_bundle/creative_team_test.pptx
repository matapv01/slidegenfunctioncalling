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0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533400"/>
            <a:ext cx="12191695" cy="9144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5100" b="1" i="0">
                <a:solidFill>
                  <a:srgbClr val="594A42"/>
                </a:solidFill>
                <a:latin typeface="Comic Sans MS"/>
              </a:defRPr>
            </a:pPr>
            <a:r>
              <a:t>Our Creative Team</a:t>
            </a:r>
          </a:p>
        </p:txBody>
      </p:sp>
      <p:sp>
        <p:nvSpPr>
          <p:cNvPr id="3" name="Rectangle 2"/>
          <p:cNvSpPr/>
          <p:nvPr/>
        </p:nvSpPr>
        <p:spPr>
          <a:xfrm rot="21420000">
            <a:off x="1127732" y="1844040"/>
            <a:ext cx="2285943" cy="3352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1420000">
            <a:off x="1066773" y="1752600"/>
            <a:ext cx="2285943" cy="335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mpantinq9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420000">
            <a:off x="1219170" y="1905000"/>
            <a:ext cx="1981150" cy="1981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 rot="21420000">
            <a:off x="1066773" y="4076700"/>
            <a:ext cx="2285943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333333"/>
                </a:solidFill>
                <a:latin typeface="Comic Sans MS"/>
              </a:defRPr>
            </a:pPr>
            <a:r>
              <a:t>Olivia Chen</a:t>
            </a:r>
          </a:p>
        </p:txBody>
      </p:sp>
      <p:sp>
        <p:nvSpPr>
          <p:cNvPr id="7" name="TextBox 6"/>
          <p:cNvSpPr txBox="1"/>
          <p:nvPr/>
        </p:nvSpPr>
        <p:spPr>
          <a:xfrm rot="21420000">
            <a:off x="1066773" y="4419600"/>
            <a:ext cx="228594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777777"/>
                </a:solidFill>
                <a:latin typeface="Comic Sans MS"/>
              </a:defRPr>
            </a:pPr>
            <a:r>
              <a:t>Lead Designer</a:t>
            </a:r>
          </a:p>
        </p:txBody>
      </p:sp>
      <p:sp>
        <p:nvSpPr>
          <p:cNvPr id="8" name="Rectangle 7"/>
          <p:cNvSpPr/>
          <p:nvPr/>
        </p:nvSpPr>
        <p:spPr>
          <a:xfrm rot="120000">
            <a:off x="3718467" y="1844040"/>
            <a:ext cx="2285943" cy="3352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20000">
            <a:off x="3657508" y="1752600"/>
            <a:ext cx="2285943" cy="335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tmpmb7gytcv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20000">
            <a:off x="3809905" y="1905000"/>
            <a:ext cx="1981150" cy="1981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 rot="120000">
            <a:off x="3657508" y="4076700"/>
            <a:ext cx="2285943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333333"/>
                </a:solidFill>
                <a:latin typeface="Comic Sans MS"/>
              </a:defRPr>
            </a:pPr>
            <a:r>
              <a:t>Ben Carter</a:t>
            </a:r>
          </a:p>
        </p:txBody>
      </p:sp>
      <p:sp>
        <p:nvSpPr>
          <p:cNvPr id="12" name="TextBox 11"/>
          <p:cNvSpPr txBox="1"/>
          <p:nvPr/>
        </p:nvSpPr>
        <p:spPr>
          <a:xfrm rot="120000">
            <a:off x="3657508" y="4419600"/>
            <a:ext cx="228594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777777"/>
                </a:solidFill>
                <a:latin typeface="Comic Sans MS"/>
              </a:defRPr>
            </a:pPr>
            <a:r>
              <a:t>Photographer</a:t>
            </a:r>
          </a:p>
        </p:txBody>
      </p:sp>
      <p:sp>
        <p:nvSpPr>
          <p:cNvPr id="13" name="Rectangle 12"/>
          <p:cNvSpPr/>
          <p:nvPr/>
        </p:nvSpPr>
        <p:spPr>
          <a:xfrm rot="21540000">
            <a:off x="6309202" y="1844040"/>
            <a:ext cx="2285943" cy="3352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1540000">
            <a:off x="6248244" y="1752600"/>
            <a:ext cx="2285943" cy="335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tmp9yvk_0lp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540000">
            <a:off x="6400640" y="1905000"/>
            <a:ext cx="1981150" cy="19812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 rot="21540000">
            <a:off x="6248244" y="4076700"/>
            <a:ext cx="2285943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333333"/>
                </a:solidFill>
                <a:latin typeface="Comic Sans MS"/>
              </a:defRPr>
            </a:pPr>
            <a:r>
              <a:t>Aisha Khan</a:t>
            </a:r>
          </a:p>
        </p:txBody>
      </p:sp>
      <p:sp>
        <p:nvSpPr>
          <p:cNvPr id="17" name="TextBox 16"/>
          <p:cNvSpPr txBox="1"/>
          <p:nvPr/>
        </p:nvSpPr>
        <p:spPr>
          <a:xfrm rot="21540000">
            <a:off x="6248244" y="4419600"/>
            <a:ext cx="228594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777777"/>
                </a:solidFill>
                <a:latin typeface="Comic Sans MS"/>
              </a:defRPr>
            </a:pPr>
            <a:r>
              <a:t>Content Strategist</a:t>
            </a:r>
          </a:p>
        </p:txBody>
      </p:sp>
      <p:sp>
        <p:nvSpPr>
          <p:cNvPr id="18" name="Rectangle 17"/>
          <p:cNvSpPr/>
          <p:nvPr/>
        </p:nvSpPr>
        <p:spPr>
          <a:xfrm rot="240000">
            <a:off x="8899937" y="1844040"/>
            <a:ext cx="2285943" cy="33528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40000">
            <a:off x="8838979" y="1752600"/>
            <a:ext cx="2285943" cy="3352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tmpsfpbp20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40000">
            <a:off x="8991375" y="1905000"/>
            <a:ext cx="1981150" cy="19812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 rot="240000">
            <a:off x="8838979" y="4076700"/>
            <a:ext cx="2285943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1" i="0">
                <a:solidFill>
                  <a:srgbClr val="333333"/>
                </a:solidFill>
                <a:latin typeface="Comic Sans MS"/>
              </a:defRPr>
            </a:pPr>
            <a:r>
              <a:t>Leo Martinez</a:t>
            </a:r>
          </a:p>
        </p:txBody>
      </p:sp>
      <p:sp>
        <p:nvSpPr>
          <p:cNvPr id="22" name="TextBox 21"/>
          <p:cNvSpPr txBox="1"/>
          <p:nvPr/>
        </p:nvSpPr>
        <p:spPr>
          <a:xfrm rot="240000">
            <a:off x="8838979" y="4419600"/>
            <a:ext cx="2285943" cy="2286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i="0">
                <a:solidFill>
                  <a:srgbClr val="777777"/>
                </a:solidFill>
                <a:latin typeface="Comic Sans MS"/>
              </a:defRPr>
            </a:pPr>
            <a:r>
              <a:t>Illustrator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