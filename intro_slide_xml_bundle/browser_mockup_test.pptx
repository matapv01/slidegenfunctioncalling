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12191695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5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1" y="2667000"/>
            <a:ext cx="4571886" cy="15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550" b="0" i="0">
                <a:solidFill>
                  <a:srgbClr val="FFFFFF"/>
                </a:solidFill>
                <a:latin typeface="Segoe UI Light"/>
              </a:defRPr>
            </a:pPr>
            <a:r>
              <a:t>THỰC PHẨM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550" b="0" i="0">
                <a:solidFill>
                  <a:srgbClr val="FFFFFF"/>
                </a:solidFill>
                <a:latin typeface="Segoe UI Light"/>
              </a:defRPr>
            </a:pPr>
            <a:r>
              <a:t>HỮU CƠ TẦN 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1" y="4191000"/>
            <a:ext cx="4571886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350" b="1" i="0">
                <a:solidFill>
                  <a:srgbClr val="4A5D4D"/>
                </a:solidFill>
                <a:latin typeface="Segoe UI"/>
              </a:defRPr>
            </a:pPr>
            <a:r>
              <a:t>Dịch vụ Giao hàng Chợ Tươi sống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7748" y="571500"/>
            <a:ext cx="5714857" cy="5943600"/>
          </a:xfrm>
          <a:prstGeom prst="rect">
            <a:avLst/>
          </a:prstGeom>
          <a:solidFill>
            <a:srgbClr val="9BB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451" y="457200"/>
            <a:ext cx="5714857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451" y="457200"/>
            <a:ext cx="5714857" cy="3048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50129" y="563880"/>
            <a:ext cx="91438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02525" y="563880"/>
            <a:ext cx="91438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4921" y="563880"/>
            <a:ext cx="91438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6667333" y="571500"/>
            <a:ext cx="38099" cy="3810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67333" y="609600"/>
            <a:ext cx="38099" cy="3810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19729" y="571500"/>
            <a:ext cx="38099" cy="3810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819729" y="609600"/>
            <a:ext cx="38099" cy="38100"/>
          </a:xfrm>
          <a:prstGeom prst="line">
            <a:avLst/>
          </a:prstGeom>
          <a:ln w="254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467413" y="495300"/>
            <a:ext cx="3428914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7413" y="495300"/>
            <a:ext cx="3428914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333333"/>
                </a:solidFill>
                <a:latin typeface="Segoe UI"/>
              </a:defRPr>
            </a:pPr>
            <a:r>
              <a:t>canva.com</a:t>
            </a:r>
          </a:p>
        </p:txBody>
      </p:sp>
      <p:pic>
        <p:nvPicPr>
          <p:cNvPr id="17" name="Picture 16" descr="tmpwn8c7t9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51" y="762000"/>
            <a:ext cx="5714857" cy="563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