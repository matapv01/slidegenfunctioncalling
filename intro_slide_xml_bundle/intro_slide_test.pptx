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icmyn3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3962" y="1914334"/>
            <a:ext cx="9143771" cy="15083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600" b="1" i="0">
                <a:solidFill>
                  <a:srgbClr val="1C4670"/>
                </a:solidFill>
                <a:latin typeface="Arial"/>
              </a:defRPr>
            </a:pPr>
            <a:r>
              <a:t>Intro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3962" y="3727513"/>
            <a:ext cx="9143771" cy="12161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600" b="0" i="0">
                <a:solidFill>
                  <a:srgbClr val="38618C"/>
                </a:solidFill>
                <a:latin typeface="Arial"/>
              </a:defRPr>
            </a:pPr>
            <a:r>
              <a:t>Choose a topic and audience to generate a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600" b="0" i="0">
                <a:solidFill>
                  <a:srgbClr val="38618C"/>
                </a:solidFill>
                <a:latin typeface="Arial"/>
              </a:defRPr>
            </a:pPr>
            <a:r>
              <a:t>tailored introductory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