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1" y="1143000"/>
            <a:ext cx="4571886" cy="76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350" b="1" i="0">
                <a:solidFill>
                  <a:srgbClr val="162235"/>
                </a:solidFill>
                <a:latin typeface="Segoe UI"/>
              </a:defRPr>
            </a:pPr>
            <a:r>
              <a:t>CONTENT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981" y="1981200"/>
            <a:ext cx="1142971" cy="0"/>
          </a:xfrm>
          <a:prstGeom prst="line">
            <a:avLst/>
          </a:prstGeom>
          <a:ln w="762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981" y="2590800"/>
            <a:ext cx="4724282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62235"/>
                </a:solidFill>
                <a:latin typeface="Segoe UI"/>
              </a:defRPr>
            </a:pPr>
            <a:r>
              <a:t>PRIMARY REFERENCE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1" y="3048000"/>
            <a:ext cx="472428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75F6A"/>
                </a:solidFill>
                <a:latin typeface="Segoe UI"/>
              </a:defRPr>
            </a:pPr>
            <a:r>
              <a:t>Presentations are communication tools that can be used as demonstrations, lectures, speeches, reports, and more. They serve various purposes and are effective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1" y="4419600"/>
            <a:ext cx="4724282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62235"/>
                </a:solidFill>
                <a:latin typeface="Segoe UI"/>
              </a:defRPr>
            </a:pPr>
            <a:r>
              <a:t>SECONDARY REFERENCE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1" y="4876800"/>
            <a:ext cx="472428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75F6A"/>
                </a:solidFill>
                <a:latin typeface="Segoe UI"/>
              </a:defRPr>
            </a:pPr>
            <a:r>
              <a:t>Presentations are communication tools that can be used as demonstrations, lectures, speeches, reports, and more. They serve various purposes and are effective tools.</a:t>
            </a:r>
          </a:p>
        </p:txBody>
      </p:sp>
      <p:pic>
        <p:nvPicPr>
          <p:cNvPr id="9" name="Picture 8" descr="tmpe1wchsu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