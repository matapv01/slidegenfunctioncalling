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6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goszcnf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263" y="3962400"/>
            <a:ext cx="6095848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0" i="0">
                <a:solidFill>
                  <a:srgbClr val="A0716A"/>
                </a:solidFill>
                <a:latin typeface="Segoe UI Light"/>
              </a:defRPr>
            </a:pPr>
            <a:r>
              <a:t>Choose a topic and audience to generate a tailored introductory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3" y="3048000"/>
            <a:ext cx="6095848" cy="914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400" b="0" i="0">
                <a:solidFill>
                  <a:srgbClr val="5C4640"/>
                </a:solidFill>
                <a:latin typeface="Segoe UI Light"/>
              </a:defRPr>
            </a:pPr>
            <a:r>
              <a:t>Intro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