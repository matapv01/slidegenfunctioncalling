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0" y="0"/>
                </a:moveTo>
                <a:lnTo>
                  <a:pt x="12191695" y="0"/>
                </a:lnTo>
                <a:lnTo>
                  <a:pt x="1219169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80990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61981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42971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23962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04952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285943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666933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047924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428914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809905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190895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1886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952876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333867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714857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5848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76838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7828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238819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19809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000800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381790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762781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143771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524762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905752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6743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667733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048724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429714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810705" y="0"/>
            <a:ext cx="0" cy="685800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1000"/>
            <a:ext cx="12191695" cy="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62000"/>
            <a:ext cx="12191695" cy="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1143000"/>
            <a:ext cx="12191695" cy="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1524000"/>
            <a:ext cx="12191695" cy="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1905000"/>
            <a:ext cx="12191695" cy="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2667000"/>
            <a:ext cx="12191695" cy="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3048000"/>
            <a:ext cx="12191695" cy="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3810000"/>
            <a:ext cx="12191695" cy="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4191000"/>
            <a:ext cx="12191695" cy="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4953000"/>
            <a:ext cx="12191695" cy="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0" y="6096000"/>
            <a:ext cx="12191695" cy="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0" y="6477000"/>
            <a:ext cx="12191695" cy="0"/>
          </a:xfrm>
          <a:prstGeom prst="line">
            <a:avLst/>
          </a:prstGeom>
          <a:ln w="12700">
            <a:solidFill>
              <a:srgbClr val="E8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152396" y="76200"/>
            <a:ext cx="1371566" cy="1676400"/>
          </a:xfrm>
          <a:prstGeom prst="ellipse">
            <a:avLst/>
          </a:prstGeom>
          <a:solidFill>
            <a:srgbClr val="F9E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761981" y="1714500"/>
            <a:ext cx="152396" cy="152400"/>
          </a:xfrm>
          <a:custGeom>
            <a:avLst/>
            <a:gdLst/>
            <a:ahLst/>
            <a:cxnLst/>
            <a:rect l="l" t="t" r="r" b="b"/>
            <a:pathLst>
              <a:path w="152396" h="152400">
                <a:moveTo>
                  <a:pt x="0" y="0"/>
                </a:moveTo>
                <a:lnTo>
                  <a:pt x="152396" y="0"/>
                </a:lnTo>
                <a:lnTo>
                  <a:pt x="76198" y="152400"/>
                </a:lnTo>
                <a:close/>
              </a:path>
            </a:pathLst>
          </a:custGeom>
          <a:solidFill>
            <a:srgbClr val="F9E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 flipH="1">
            <a:off x="800080" y="1828800"/>
            <a:ext cx="38099" cy="762000"/>
          </a:xfrm>
          <a:prstGeom prst="line">
            <a:avLst/>
          </a:prstGeom>
          <a:ln w="254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10613369" y="228600"/>
            <a:ext cx="587751" cy="700471"/>
          </a:xfrm>
          <a:custGeom>
            <a:avLst/>
            <a:gdLst/>
            <a:ahLst/>
            <a:cxnLst/>
            <a:rect l="l" t="t" r="r" b="b"/>
            <a:pathLst>
              <a:path w="587751" h="700471">
                <a:moveTo>
                  <a:pt x="587751" y="0"/>
                </a:moveTo>
                <a:lnTo>
                  <a:pt x="531925" y="351043"/>
                </a:lnTo>
                <a:lnTo>
                  <a:pt x="336008" y="584534"/>
                </a:lnTo>
                <a:lnTo>
                  <a:pt x="0" y="700471"/>
                </a:lnTo>
                <a:lnTo>
                  <a:pt x="55827" y="349428"/>
                </a:lnTo>
                <a:lnTo>
                  <a:pt x="251743" y="115937"/>
                </a:lnTo>
                <a:close/>
              </a:path>
            </a:pathLst>
          </a:cu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175704" y="482698"/>
            <a:ext cx="644425" cy="335962"/>
          </a:xfrm>
          <a:custGeom>
            <a:avLst/>
            <a:gdLst/>
            <a:ahLst/>
            <a:cxnLst/>
            <a:rect l="l" t="t" r="r" b="b"/>
            <a:pathLst>
              <a:path w="644425" h="335962">
                <a:moveTo>
                  <a:pt x="644425" y="50702"/>
                </a:moveTo>
                <a:lnTo>
                  <a:pt x="476527" y="257776"/>
                </a:lnTo>
                <a:lnTo>
                  <a:pt x="261719" y="335962"/>
                </a:lnTo>
                <a:lnTo>
                  <a:pt x="0" y="285259"/>
                </a:lnTo>
                <a:lnTo>
                  <a:pt x="167898" y="78185"/>
                </a:lnTo>
                <a:lnTo>
                  <a:pt x="382707" y="0"/>
                </a:lnTo>
                <a:close/>
              </a:path>
            </a:pathLst>
          </a:custGeom>
          <a:solidFill>
            <a:srgbClr val="F9A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1179507" y="1066800"/>
            <a:ext cx="361481" cy="787945"/>
          </a:xfrm>
          <a:custGeom>
            <a:avLst/>
            <a:gdLst/>
            <a:ahLst/>
            <a:cxnLst/>
            <a:rect l="l" t="t" r="r" b="b"/>
            <a:pathLst>
              <a:path w="361481" h="787945">
                <a:moveTo>
                  <a:pt x="250207" y="0"/>
                </a:moveTo>
                <a:lnTo>
                  <a:pt x="361481" y="290435"/>
                </a:lnTo>
                <a:lnTo>
                  <a:pt x="315170" y="553084"/>
                </a:lnTo>
                <a:lnTo>
                  <a:pt x="111275" y="787945"/>
                </a:lnTo>
                <a:lnTo>
                  <a:pt x="0" y="497509"/>
                </a:lnTo>
                <a:lnTo>
                  <a:pt x="46311" y="234861"/>
                </a:lnTo>
                <a:close/>
              </a:path>
            </a:pathLst>
          </a:custGeom>
          <a:solidFill>
            <a:srgbClr val="E34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10963409" y="1524000"/>
            <a:ext cx="279962" cy="537034"/>
          </a:xfrm>
          <a:custGeom>
            <a:avLst/>
            <a:gdLst/>
            <a:ahLst/>
            <a:cxnLst/>
            <a:rect l="l" t="t" r="r" b="b"/>
            <a:pathLst>
              <a:path w="279962" h="537034">
                <a:moveTo>
                  <a:pt x="237711" y="0"/>
                </a:moveTo>
                <a:lnTo>
                  <a:pt x="279962" y="218104"/>
                </a:lnTo>
                <a:lnTo>
                  <a:pt x="214809" y="397116"/>
                </a:lnTo>
                <a:lnTo>
                  <a:pt x="42251" y="537034"/>
                </a:lnTo>
                <a:lnTo>
                  <a:pt x="0" y="318930"/>
                </a:lnTo>
                <a:lnTo>
                  <a:pt x="65153" y="139919"/>
                </a:lnTo>
                <a:close/>
              </a:path>
            </a:pathLst>
          </a:cu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0141292" y="165013"/>
            <a:ext cx="450243" cy="206566"/>
          </a:xfrm>
          <a:custGeom>
            <a:avLst/>
            <a:gdLst/>
            <a:ahLst/>
            <a:cxnLst/>
            <a:rect l="l" t="t" r="r" b="b"/>
            <a:pathLst>
              <a:path w="450243" h="206566">
                <a:moveTo>
                  <a:pt x="450243" y="63587"/>
                </a:moveTo>
                <a:lnTo>
                  <a:pt x="316040" y="180102"/>
                </a:lnTo>
                <a:lnTo>
                  <a:pt x="165959" y="206566"/>
                </a:lnTo>
                <a:lnTo>
                  <a:pt x="0" y="142979"/>
                </a:lnTo>
                <a:lnTo>
                  <a:pt x="134203" y="26464"/>
                </a:lnTo>
                <a:lnTo>
                  <a:pt x="284284" y="0"/>
                </a:lnTo>
                <a:close/>
              </a:path>
            </a:pathLst>
          </a:custGeom>
          <a:solidFill>
            <a:srgbClr val="E34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228594" y="4876800"/>
            <a:ext cx="1676358" cy="1828800"/>
          </a:xfrm>
          <a:prstGeom prst="roundRect">
            <a:avLst/>
          </a:prstGeom>
          <a:solidFill>
            <a:srgbClr val="549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28594" y="5257800"/>
            <a:ext cx="1676358" cy="533400"/>
          </a:xfrm>
          <a:custGeom>
            <a:avLst/>
            <a:gdLst/>
            <a:ahLst/>
            <a:cxnLst/>
            <a:rect l="l" t="t" r="r" b="b"/>
            <a:pathLst>
              <a:path w="1676358" h="533400">
                <a:moveTo>
                  <a:pt x="0" y="0"/>
                </a:moveTo>
                <a:lnTo>
                  <a:pt x="1676358" y="0"/>
                </a:lnTo>
                <a:lnTo>
                  <a:pt x="1523962" y="533400"/>
                </a:lnTo>
                <a:lnTo>
                  <a:pt x="152396" y="533400"/>
                </a:lnTo>
                <a:close/>
              </a:path>
            </a:pathLst>
          </a:cu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80990" y="5867400"/>
            <a:ext cx="1371566" cy="838200"/>
          </a:xfrm>
          <a:prstGeom prst="roundRect">
            <a:avLst/>
          </a:prstGeom>
          <a:solidFill>
            <a:srgbClr val="549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85783" y="6019800"/>
            <a:ext cx="304792" cy="30480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90575" y="6172200"/>
            <a:ext cx="266693" cy="2667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85783" y="4648200"/>
            <a:ext cx="761981" cy="457200"/>
          </a:xfrm>
          <a:prstGeom prst="ellipse">
            <a:avLst/>
          </a:prstGeom>
          <a:noFill/>
          <a:ln w="1270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10383358" y="4882271"/>
            <a:ext cx="873543" cy="1208258"/>
          </a:xfrm>
          <a:custGeom>
            <a:avLst/>
            <a:gdLst/>
            <a:ahLst/>
            <a:cxnLst/>
            <a:rect l="l" t="t" r="r" b="b"/>
            <a:pathLst>
              <a:path w="873543" h="1208258">
                <a:moveTo>
                  <a:pt x="0" y="152400"/>
                </a:moveTo>
                <a:lnTo>
                  <a:pt x="263958" y="0"/>
                </a:lnTo>
                <a:lnTo>
                  <a:pt x="873543" y="1055858"/>
                </a:lnTo>
                <a:lnTo>
                  <a:pt x="609585" y="1208258"/>
                </a:lnTo>
                <a:close/>
              </a:path>
            </a:pathLst>
          </a:custGeom>
          <a:solidFill>
            <a:srgbClr val="F4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10611952" y="5278218"/>
            <a:ext cx="416354" cy="416364"/>
          </a:xfrm>
          <a:custGeom>
            <a:avLst/>
            <a:gdLst/>
            <a:ahLst/>
            <a:cxnLst/>
            <a:rect l="l" t="t" r="r" b="b"/>
            <a:pathLst>
              <a:path w="416354" h="416364">
                <a:moveTo>
                  <a:pt x="0" y="152400"/>
                </a:moveTo>
                <a:lnTo>
                  <a:pt x="263958" y="0"/>
                </a:lnTo>
                <a:lnTo>
                  <a:pt x="416354" y="263964"/>
                </a:lnTo>
                <a:lnTo>
                  <a:pt x="152396" y="416364"/>
                </a:lnTo>
                <a:close/>
              </a:path>
            </a:pathLst>
          </a:cu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10383358" y="4760498"/>
            <a:ext cx="263958" cy="274173"/>
          </a:xfrm>
          <a:custGeom>
            <a:avLst/>
            <a:gdLst/>
            <a:ahLst/>
            <a:cxnLst/>
            <a:rect l="l" t="t" r="r" b="b"/>
            <a:pathLst>
              <a:path w="263958" h="274173">
                <a:moveTo>
                  <a:pt x="0" y="274173"/>
                </a:moveTo>
                <a:lnTo>
                  <a:pt x="263958" y="121773"/>
                </a:lnTo>
                <a:lnTo>
                  <a:pt x="17682" y="0"/>
                </a:lnTo>
                <a:close/>
              </a:path>
            </a:pathLst>
          </a:cu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9138356" y="5709585"/>
            <a:ext cx="1077604" cy="1077630"/>
          </a:xfrm>
          <a:custGeom>
            <a:avLst/>
            <a:gdLst/>
            <a:ahLst/>
            <a:cxnLst/>
            <a:rect l="l" t="t" r="r" b="b"/>
            <a:pathLst>
              <a:path w="1077604" h="1077630">
                <a:moveTo>
                  <a:pt x="862083" y="0"/>
                </a:moveTo>
                <a:lnTo>
                  <a:pt x="1077604" y="215526"/>
                </a:lnTo>
                <a:lnTo>
                  <a:pt x="215521" y="1077630"/>
                </a:lnTo>
                <a:lnTo>
                  <a:pt x="0" y="862104"/>
                </a:lnTo>
                <a:close/>
              </a:path>
            </a:pathLst>
          </a:custGeom>
          <a:solidFill>
            <a:srgbClr val="F4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9461637" y="6032874"/>
            <a:ext cx="431042" cy="431052"/>
          </a:xfrm>
          <a:custGeom>
            <a:avLst/>
            <a:gdLst/>
            <a:ahLst/>
            <a:cxnLst/>
            <a:rect l="l" t="t" r="r" b="b"/>
            <a:pathLst>
              <a:path w="431042" h="431052">
                <a:moveTo>
                  <a:pt x="215521" y="0"/>
                </a:moveTo>
                <a:lnTo>
                  <a:pt x="431042" y="215526"/>
                </a:lnTo>
                <a:lnTo>
                  <a:pt x="215521" y="431052"/>
                </a:lnTo>
                <a:lnTo>
                  <a:pt x="0" y="215526"/>
                </a:lnTo>
                <a:close/>
              </a:path>
            </a:pathLst>
          </a:cu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10000439" y="5655703"/>
            <a:ext cx="269401" cy="269408"/>
          </a:xfrm>
          <a:custGeom>
            <a:avLst/>
            <a:gdLst/>
            <a:ahLst/>
            <a:cxnLst/>
            <a:rect l="l" t="t" r="r" b="b"/>
            <a:pathLst>
              <a:path w="269401" h="269408">
                <a:moveTo>
                  <a:pt x="0" y="53882"/>
                </a:moveTo>
                <a:lnTo>
                  <a:pt x="215521" y="269408"/>
                </a:lnTo>
                <a:lnTo>
                  <a:pt x="269401" y="0"/>
                </a:lnTo>
                <a:close/>
              </a:path>
            </a:pathLst>
          </a:cu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571886" y="381000"/>
            <a:ext cx="228594" cy="228600"/>
          </a:xfrm>
          <a:prstGeom prst="ellipse">
            <a:avLst/>
          </a:prstGeom>
          <a:solidFill>
            <a:srgbClr val="A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800480" y="304800"/>
            <a:ext cx="121917" cy="121920"/>
          </a:xfrm>
          <a:prstGeom prst="ellipse">
            <a:avLst/>
          </a:prstGeom>
          <a:solidFill>
            <a:srgbClr val="A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495688" y="609600"/>
            <a:ext cx="152396" cy="152400"/>
          </a:xfrm>
          <a:prstGeom prst="ellipse">
            <a:avLst/>
          </a:prstGeom>
          <a:solidFill>
            <a:srgbClr val="A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724282" y="685800"/>
            <a:ext cx="182875" cy="182880"/>
          </a:xfrm>
          <a:prstGeom prst="ellipse">
            <a:avLst/>
          </a:prstGeom>
          <a:solidFill>
            <a:srgbClr val="A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667733" y="3810000"/>
            <a:ext cx="304792" cy="304800"/>
          </a:xfrm>
          <a:prstGeom prst="ellipse">
            <a:avLst/>
          </a:prstGeom>
          <a:solidFill>
            <a:srgbClr val="A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972526" y="3657600"/>
            <a:ext cx="152396" cy="152400"/>
          </a:xfrm>
          <a:prstGeom prst="ellipse">
            <a:avLst/>
          </a:prstGeom>
          <a:solidFill>
            <a:srgbClr val="A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820129" y="4038600"/>
            <a:ext cx="228594" cy="228600"/>
          </a:xfrm>
          <a:prstGeom prst="ellipse">
            <a:avLst/>
          </a:prstGeom>
          <a:solidFill>
            <a:srgbClr val="A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666933" y="6096000"/>
            <a:ext cx="274313" cy="274320"/>
          </a:xfrm>
          <a:prstGeom prst="ellipse">
            <a:avLst/>
          </a:prstGeom>
          <a:solidFill>
            <a:srgbClr val="A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285943" y="6477000"/>
            <a:ext cx="182875" cy="182880"/>
          </a:xfrm>
          <a:prstGeom prst="ellipse">
            <a:avLst/>
          </a:prstGeom>
          <a:solidFill>
            <a:srgbClr val="A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2324042" y="1371600"/>
            <a:ext cx="228594" cy="0"/>
          </a:xfrm>
          <a:prstGeom prst="line">
            <a:avLst/>
          </a:prstGeom>
          <a:ln w="3810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438339" y="1257300"/>
            <a:ext cx="0" cy="228600"/>
          </a:xfrm>
          <a:prstGeom prst="line">
            <a:avLst/>
          </a:prstGeom>
          <a:ln w="3810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829554" y="1905000"/>
            <a:ext cx="152396" cy="0"/>
          </a:xfrm>
          <a:prstGeom prst="line">
            <a:avLst/>
          </a:prstGeom>
          <a:ln w="3810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905752" y="1828800"/>
            <a:ext cx="0" cy="152400"/>
          </a:xfrm>
          <a:prstGeom prst="line">
            <a:avLst/>
          </a:prstGeom>
          <a:ln w="3810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052334" y="5715000"/>
            <a:ext cx="182875" cy="0"/>
          </a:xfrm>
          <a:prstGeom prst="line">
            <a:avLst/>
          </a:prstGeom>
          <a:ln w="3810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9143771" y="5623560"/>
            <a:ext cx="0" cy="182880"/>
          </a:xfrm>
          <a:prstGeom prst="line">
            <a:avLst/>
          </a:prstGeom>
          <a:ln w="3810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4571886" y="1752600"/>
            <a:ext cx="3047924" cy="914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0" b="1" i="0">
                <a:solidFill>
                  <a:srgbClr val="D56259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523962" y="2895600"/>
            <a:ext cx="9143771" cy="121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00" b="1" i="0">
                <a:solidFill>
                  <a:srgbClr val="2E2E2E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285943" y="4572000"/>
            <a:ext cx="7619809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00" b="0" i="0">
                <a:solidFill>
                  <a:srgbClr val="555555"/>
                </a:solidFill>
                <a:latin typeface="Segoe UI"/>
              </a:defRPr>
            </a:pPr>
            <a:r>
              <a:t>You can enter a subtitle here if you need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