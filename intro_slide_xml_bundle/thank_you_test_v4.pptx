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92231" y="15240"/>
            <a:ext cx="62311" cy="62313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6034" y="15240"/>
            <a:ext cx="243834" cy="24384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8661" y="1509212"/>
            <a:ext cx="77628" cy="7763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3594" y="2321323"/>
            <a:ext cx="100210" cy="100213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2190" y="2091465"/>
            <a:ext cx="38014" cy="3801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9687" y="3571271"/>
            <a:ext cx="44339" cy="4434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70650" y="1153461"/>
            <a:ext cx="42327" cy="42328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7959" y="1286691"/>
            <a:ext cx="138670" cy="138674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619" y="3292643"/>
            <a:ext cx="33095" cy="33096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9261" y="3824304"/>
            <a:ext cx="22859" cy="22860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75289" y="2430217"/>
            <a:ext cx="33309" cy="3331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0025" y="15240"/>
            <a:ext cx="238192" cy="238198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8702" y="3513894"/>
            <a:ext cx="31237" cy="31238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4826" y="2489311"/>
            <a:ext cx="72074" cy="72076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82459" y="2641242"/>
            <a:ext cx="83596" cy="83598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47659" y="2388862"/>
            <a:ext cx="30169" cy="30169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7594" y="1680799"/>
            <a:ext cx="103307" cy="10331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16197" y="593079"/>
            <a:ext cx="60001" cy="60003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0714" y="15240"/>
            <a:ext cx="152936" cy="152939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6893" y="3778145"/>
            <a:ext cx="31427" cy="31428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04595" y="2581589"/>
            <a:ext cx="68152" cy="68154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48024" y="780237"/>
            <a:ext cx="99588" cy="9959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46176" y="3016380"/>
            <a:ext cx="35934" cy="3593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09144" y="504862"/>
            <a:ext cx="233740" cy="233746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28134" y="3046271"/>
            <a:ext cx="56328" cy="56329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56272" y="3228047"/>
            <a:ext cx="24678" cy="24679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18700" y="2302989"/>
            <a:ext cx="80824" cy="80826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28230" y="3543055"/>
            <a:ext cx="22859" cy="2286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490" y="3643024"/>
            <a:ext cx="42456" cy="42457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01234" y="906872"/>
            <a:ext cx="108019" cy="10802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49308" y="3611970"/>
            <a:ext cx="22859" cy="2286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471695" y="1928211"/>
            <a:ext cx="23819" cy="23819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19423" y="2495244"/>
            <a:ext cx="90064" cy="9006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88314" y="236422"/>
            <a:ext cx="242355" cy="242361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87817" y="2345945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232512" y="3621295"/>
            <a:ext cx="30441" cy="30442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85981" y="611494"/>
            <a:ext cx="217535" cy="21754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5521" y="1804871"/>
            <a:ext cx="72154" cy="72156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74235" y="178932"/>
            <a:ext cx="54145" cy="54147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0122" y="1966704"/>
            <a:ext cx="129638" cy="129642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233286" y="3058472"/>
            <a:ext cx="27200" cy="2720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411988" y="4155680"/>
            <a:ext cx="26286" cy="26286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01503" y="1671765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12682" y="2275740"/>
            <a:ext cx="66013" cy="6601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240" y="2837526"/>
            <a:ext cx="35444" cy="3544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28047" y="3537823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08635" y="1773783"/>
            <a:ext cx="129062" cy="12906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65634" y="2218379"/>
            <a:ext cx="22859" cy="22860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77664" y="475434"/>
            <a:ext cx="28241" cy="28241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28829" y="1407578"/>
            <a:ext cx="181958" cy="181962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67116" y="4107173"/>
            <a:ext cx="22859" cy="22860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317880" y="3267879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04402" y="1604848"/>
            <a:ext cx="130422" cy="130426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03653" y="3605720"/>
            <a:ext cx="22859" cy="2286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05372" y="2558350"/>
            <a:ext cx="84510" cy="84512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14725" y="3838934"/>
            <a:ext cx="30830" cy="3083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785083" y="1746773"/>
            <a:ext cx="145992" cy="14599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71790" y="15240"/>
            <a:ext cx="161824" cy="161828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262109" y="2761797"/>
            <a:ext cx="84037" cy="84039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006058" y="1824119"/>
            <a:ext cx="39884" cy="3988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16916" y="2255100"/>
            <a:ext cx="23824" cy="2382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48975" y="15240"/>
            <a:ext cx="169581" cy="16958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8335" y="4000251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1355" y="15240"/>
            <a:ext cx="243834" cy="243840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5721" y="3677007"/>
            <a:ext cx="24773" cy="24774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051" y="15240"/>
            <a:ext cx="215287" cy="215292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378673" y="3881047"/>
            <a:ext cx="22859" cy="2286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380551" y="777526"/>
            <a:ext cx="111724" cy="111726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265674" y="958681"/>
            <a:ext cx="211758" cy="211763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5240" y="2414496"/>
            <a:ext cx="88887" cy="88889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57019" y="515619"/>
            <a:ext cx="155842" cy="155846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15781" y="3627594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968020" y="2067282"/>
            <a:ext cx="70619" cy="70621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390942" y="2645155"/>
            <a:ext cx="54629" cy="5463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60285" y="3620496"/>
            <a:ext cx="26600" cy="2660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70475" y="305938"/>
            <a:ext cx="47538" cy="4754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243319" y="512324"/>
            <a:ext cx="75045" cy="75047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225664" y="682116"/>
            <a:ext cx="170016" cy="17002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5082" y="1498691"/>
            <a:ext cx="113792" cy="113794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403065" y="95187"/>
            <a:ext cx="243834" cy="24384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575117" y="5228994"/>
            <a:ext cx="31615" cy="3161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589926" y="3970716"/>
            <a:ext cx="30285" cy="3028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202760" y="4325085"/>
            <a:ext cx="28554" cy="2855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541466" y="6750399"/>
            <a:ext cx="92359" cy="9236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74825" y="6326641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779213" y="5166544"/>
            <a:ext cx="104007" cy="104009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553103" y="4036155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823140" y="4399817"/>
            <a:ext cx="31578" cy="31579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371639" y="4034220"/>
            <a:ext cx="34900" cy="34901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380710" y="4230068"/>
            <a:ext cx="29963" cy="29964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428379" y="4740791"/>
            <a:ext cx="50475" cy="50477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193091" y="6276286"/>
            <a:ext cx="44473" cy="44475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819663" y="4359936"/>
            <a:ext cx="48838" cy="48839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828199" y="6333138"/>
            <a:ext cx="118335" cy="118338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855218" y="6103560"/>
            <a:ext cx="27057" cy="27058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76996" y="4298917"/>
            <a:ext cx="22859" cy="2286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1582540" y="3893300"/>
            <a:ext cx="22859" cy="22860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809780" y="5070247"/>
            <a:ext cx="61771" cy="61772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555071" y="3849022"/>
            <a:ext cx="22859" cy="2286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285337" y="6703855"/>
            <a:ext cx="138902" cy="13890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987026" y="5273200"/>
            <a:ext cx="27875" cy="27876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580553" y="6356017"/>
            <a:ext cx="47583" cy="47584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003042" y="5002756"/>
            <a:ext cx="26594" cy="2659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638840" y="6028431"/>
            <a:ext cx="41634" cy="41635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890788" y="4750630"/>
            <a:ext cx="56847" cy="56848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603755" y="3987077"/>
            <a:ext cx="27565" cy="2756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956991" y="6010974"/>
            <a:ext cx="72529" cy="7253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899166" y="6246291"/>
            <a:ext cx="182875" cy="18288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843826" y="5498244"/>
            <a:ext cx="48014" cy="4801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304282" y="4447231"/>
            <a:ext cx="45796" cy="45797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338865" y="6657849"/>
            <a:ext cx="162338" cy="162342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929625" y="6659879"/>
            <a:ext cx="103286" cy="103288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788394" y="6269915"/>
            <a:ext cx="43090" cy="4309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802429" y="3848637"/>
            <a:ext cx="25547" cy="25548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491745" y="4160529"/>
            <a:ext cx="27756" cy="27757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718486" y="5412136"/>
            <a:ext cx="32117" cy="32118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9746940" y="4137982"/>
            <a:ext cx="31099" cy="3110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442909" y="6281023"/>
            <a:ext cx="57994" cy="5799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272063" y="6775945"/>
            <a:ext cx="66814" cy="66815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82803" y="4426072"/>
            <a:ext cx="38948" cy="38949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041559" y="3953989"/>
            <a:ext cx="31807" cy="31808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343389" y="4144148"/>
            <a:ext cx="22859" cy="2286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461430" y="6426425"/>
            <a:ext cx="149209" cy="149213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048922" y="6134449"/>
            <a:ext cx="169366" cy="16937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365784" y="6198265"/>
            <a:ext cx="92902" cy="92905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991547" y="6083670"/>
            <a:ext cx="114264" cy="114267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635318" y="6457771"/>
            <a:ext cx="139818" cy="139821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77517" y="6780025"/>
            <a:ext cx="49633" cy="49634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404740" y="6708249"/>
            <a:ext cx="134507" cy="134511"/>
          </a:xfrm>
          <a:prstGeom prst="ellipse">
            <a:avLst/>
          </a:prstGeom>
          <a:solidFill>
            <a:srgbClr val="FAD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053664" y="5127447"/>
            <a:ext cx="27329" cy="27330"/>
          </a:xfrm>
          <a:prstGeom prst="ellipse">
            <a:avLst/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7619809" y="3429000"/>
            <a:ext cx="1142972" cy="34290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 rot="2700000">
            <a:off x="8099857" y="5143500"/>
            <a:ext cx="182875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 rot="18900000">
            <a:off x="8282733" y="5295900"/>
            <a:ext cx="182875" cy="36576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528372" y="301752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 rot="1800000">
            <a:off x="7596950" y="3035896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 rot="3600000">
            <a:off x="7647153" y="308610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 rot="5400000">
            <a:off x="7665528" y="315468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 rot="7200000">
            <a:off x="7647153" y="322326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 rot="9000000">
            <a:off x="7596950" y="3273464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 rot="10800000">
            <a:off x="7528372" y="329184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 rot="12600000">
            <a:off x="7459793" y="3273464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 rot="14400000">
            <a:off x="7409591" y="322326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 rot="16200000">
            <a:off x="7391215" y="315468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 rot="18000000">
            <a:off x="7409591" y="3086100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 rot="19800000">
            <a:off x="7459793" y="3035896"/>
            <a:ext cx="182875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455221" y="3264408"/>
            <a:ext cx="329176" cy="329184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8762781" y="2667000"/>
            <a:ext cx="380990" cy="41910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 rot="2700000">
            <a:off x="8877078" y="4762500"/>
            <a:ext cx="152396" cy="3048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 rot="18900000">
            <a:off x="9029474" y="4914900"/>
            <a:ext cx="152396" cy="3048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 rot="600000">
            <a:off x="8706430" y="2325836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 rot="2400000">
            <a:off x="8760051" y="2350841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 rot="4200000">
            <a:off x="8793987" y="2399307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 rot="6000000">
            <a:off x="8799143" y="2458248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 rot="7800000">
            <a:off x="8774139" y="2511871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 rot="9600000">
            <a:off x="8725675" y="2545807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 rot="11400000">
            <a:off x="8666735" y="2550964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 rot="13200000">
            <a:off x="8613114" y="2525959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 rot="15000000">
            <a:off x="8579179" y="2477493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 rot="16800000">
            <a:off x="8574022" y="2418552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 rot="18600000">
            <a:off x="8599026" y="2364929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 rot="20400000">
            <a:off x="8647491" y="2330993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625624" y="2529840"/>
            <a:ext cx="274313" cy="27432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 flipH="1">
            <a:off x="9524762" y="2514600"/>
            <a:ext cx="380990" cy="43434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 rot="2700000">
            <a:off x="9616199" y="4686300"/>
            <a:ext cx="198115" cy="39624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 rot="18900000">
            <a:off x="9814314" y="4838700"/>
            <a:ext cx="198115" cy="39624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 rot="300000">
            <a:off x="9819645" y="2069395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 rot="2100000">
            <a:off x="9891920" y="2095702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 rot="3900000">
            <a:off x="9941360" y="2154623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 rot="5700000">
            <a:off x="9954716" y="2230370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 rot="7500000">
            <a:off x="9928409" y="2302648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 rot="9300000">
            <a:off x="9869490" y="2352088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 rot="11100000">
            <a:off x="9793745" y="2365445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 rot="12900000">
            <a:off x="9721469" y="2339138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 rot="14700000">
            <a:off x="9672030" y="2280217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 rot="16500000">
            <a:off x="9658674" y="2204470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 rot="18300000">
            <a:off x="9684980" y="2132192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 rot="20100000">
            <a:off x="9743899" y="2082752"/>
            <a:ext cx="198115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9727449" y="2336292"/>
            <a:ext cx="356607" cy="35661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 flipH="1">
            <a:off x="9905752" y="3657600"/>
            <a:ext cx="761981" cy="32004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 rot="2700000">
            <a:off x="10210545" y="5257800"/>
            <a:ext cx="152396" cy="3048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 rot="18900000">
            <a:off x="10362941" y="5410200"/>
            <a:ext cx="152396" cy="3048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 rot="900000">
            <a:off x="10621117" y="3318595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 rot="2700000">
            <a:off x="10672355" y="3348178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 rot="4500000">
            <a:off x="10701938" y="3399417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 rot="6300000">
            <a:off x="10701938" y="3458583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 rot="8100000">
            <a:off x="10672355" y="3509822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 rot="9900000">
            <a:off x="10621117" y="3539405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 rot="11700000">
            <a:off x="10561953" y="3539405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 rot="13500000">
            <a:off x="10510715" y="3509822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 rot="15300000">
            <a:off x="10481132" y="3458583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 rot="17100000">
            <a:off x="10481132" y="3399417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 rot="18900000">
            <a:off x="10510715" y="3348178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 rot="20700000">
            <a:off x="10561953" y="3318595"/>
            <a:ext cx="152396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530577" y="3520440"/>
            <a:ext cx="274313" cy="27432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8381790" y="4419600"/>
            <a:ext cx="609585" cy="24384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 rot="2700000">
            <a:off x="8618004" y="5638800"/>
            <a:ext cx="137157" cy="27432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 rot="18900000">
            <a:off x="8755161" y="5791200"/>
            <a:ext cx="137157" cy="27432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 rot="1200000">
            <a:off x="8348395" y="4117194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 rot="3000000">
            <a:off x="8392013" y="4147736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 rot="4800000">
            <a:off x="8414517" y="4195997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 rot="6600000">
            <a:off x="8409876" y="4249044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 rot="8400000">
            <a:off x="8379334" y="4292663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 rot="10200000">
            <a:off x="8331075" y="4315167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 rot="12000000">
            <a:off x="8278029" y="4310526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 rot="13800000">
            <a:off x="8234411" y="4279984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 rot="15600000">
            <a:off x="8211907" y="4231723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 rot="17400000">
            <a:off x="8216548" y="4178676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 rot="19200000">
            <a:off x="8247090" y="4135057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 rot="21000000">
            <a:off x="8295349" y="4112553"/>
            <a:ext cx="137157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258349" y="4296156"/>
            <a:ext cx="246882" cy="246888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 flipH="1">
            <a:off x="9372366" y="3962400"/>
            <a:ext cx="152396" cy="28956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 rot="2700000">
            <a:off x="9364746" y="5410200"/>
            <a:ext cx="167636" cy="3352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 rot="18900000">
            <a:off x="9532382" y="5562600"/>
            <a:ext cx="167636" cy="3352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 rot="21000000">
            <a:off x="9419112" y="3587120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 rot="1200000">
            <a:off x="9483945" y="3592792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 rot="3000000">
            <a:off x="9537256" y="3630122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 rot="4800000">
            <a:off x="9564761" y="3689107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 rot="6600000">
            <a:off x="9559088" y="3753942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 rot="8400000">
            <a:off x="9521759" y="3807255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 rot="10200000">
            <a:off x="9462776" y="3834760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 rot="12000000">
            <a:off x="9397943" y="3829088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 rot="13800000">
            <a:off x="9344631" y="3791758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 rot="15600000">
            <a:off x="9317127" y="3732773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 rot="17400000">
            <a:off x="9322799" y="3667938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 rot="19200000">
            <a:off x="9360128" y="3614625"/>
            <a:ext cx="167636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373889" y="3811524"/>
            <a:ext cx="301744" cy="301752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>
            <a:off x="7238819" y="4724400"/>
            <a:ext cx="1295367" cy="21336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229"/>
          <p:cNvSpPr/>
          <p:nvPr/>
        </p:nvSpPr>
        <p:spPr>
          <a:xfrm rot="2700000">
            <a:off x="7825544" y="5791200"/>
            <a:ext cx="121917" cy="24384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 rot="18900000">
            <a:off x="7947461" y="5943600"/>
            <a:ext cx="121917" cy="24384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 rot="21300000">
            <a:off x="7169891" y="4450428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 rot="1500000">
            <a:off x="7216504" y="4458647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 rot="3300000">
            <a:off x="7252762" y="4489072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 rot="5100000">
            <a:off x="7268950" y="4533550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 rot="6900000">
            <a:off x="7260731" y="4580164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 rot="8700000">
            <a:off x="7230307" y="4616423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 rot="10500000">
            <a:off x="7185830" y="4632612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 rot="12300000">
            <a:off x="7139217" y="4624393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 rot="14100000">
            <a:off x="7102959" y="4593968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 rot="15900000">
            <a:off x="7086771" y="4549490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 rot="17700000">
            <a:off x="7094990" y="4502876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 rot="19500000">
            <a:off x="7125414" y="4466617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129094" y="4614672"/>
            <a:ext cx="219451" cy="21945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 flipH="1">
            <a:off x="9753356" y="4953000"/>
            <a:ext cx="761981" cy="1905000"/>
          </a:xfrm>
          <a:prstGeom prst="line">
            <a:avLst/>
          </a:prstGeom>
          <a:ln w="63500">
            <a:solidFill>
              <a:srgbClr val="7CB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 rot="2700000">
            <a:off x="10073388" y="5905500"/>
            <a:ext cx="121917" cy="24384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 rot="18900000">
            <a:off x="10195305" y="6057900"/>
            <a:ext cx="121917" cy="24384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 rot="720000">
            <a:off x="10473389" y="4680678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 rot="2520000">
            <a:off x="10515562" y="4702167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 rot="4320000">
            <a:off x="10541341" y="4741863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 rot="6120000">
            <a:off x="10543818" y="4789131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 rot="7920000">
            <a:off x="10522330" y="4831305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 rot="9720000">
            <a:off x="10482634" y="4857085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 rot="11520000">
            <a:off x="10435367" y="4859562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 rot="13320000">
            <a:off x="10393195" y="4838073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 rot="15120000">
            <a:off x="10367416" y="4798377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 rot="16920000">
            <a:off x="10364939" y="4751109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 rot="18720000">
            <a:off x="10386427" y="4708935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 rot="20520000">
            <a:off x="10426123" y="4683155"/>
            <a:ext cx="121917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AD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0405612" y="4843272"/>
            <a:ext cx="219451" cy="219456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Heart 260"/>
          <p:cNvSpPr/>
          <p:nvPr/>
        </p:nvSpPr>
        <p:spPr>
          <a:xfrm rot="20400000">
            <a:off x="5410065" y="1219200"/>
            <a:ext cx="609585" cy="609600"/>
          </a:xfrm>
          <a:prstGeom prst="hear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Heart 261"/>
          <p:cNvSpPr/>
          <p:nvPr/>
        </p:nvSpPr>
        <p:spPr>
          <a:xfrm rot="900000">
            <a:off x="6210145" y="1866900"/>
            <a:ext cx="533387" cy="533400"/>
          </a:xfrm>
          <a:prstGeom prst="hear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Heart 262"/>
          <p:cNvSpPr/>
          <p:nvPr/>
        </p:nvSpPr>
        <p:spPr>
          <a:xfrm rot="21000000">
            <a:off x="5714857" y="2667000"/>
            <a:ext cx="457189" cy="457200"/>
          </a:xfrm>
          <a:prstGeom prst="hear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761981" y="1905000"/>
            <a:ext cx="6095848" cy="2286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50" b="1" i="0">
                <a:solidFill>
                  <a:srgbClr val="55534F"/>
                </a:solidFill>
                <a:latin typeface="Segoe Print"/>
              </a:defRPr>
            </a:pPr>
            <a:r>
              <a:t>Thank You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914377" y="4724400"/>
            <a:ext cx="6095848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3A09A"/>
                </a:solidFill>
                <a:latin typeface="Georgia"/>
              </a:defRPr>
            </a:pPr>
            <a:r>
              <a:t>We appreciate your trust and confidence in us. Your support is invaluable, and we look forward to serving you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