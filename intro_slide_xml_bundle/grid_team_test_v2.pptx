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377" y="1676400"/>
            <a:ext cx="4952876" cy="2590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1A2530"/>
                </a:solidFill>
                <a:latin typeface="Arial Black"/>
              </a:defRPr>
            </a:pPr>
            <a:r>
              <a:t>Add a Team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1A2530"/>
                </a:solidFill>
                <a:latin typeface="Arial Black"/>
              </a:defRPr>
            </a:pPr>
            <a:r>
              <a:t>Members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1A2530"/>
                </a:solidFill>
                <a:latin typeface="Arial Black"/>
              </a:defRPr>
            </a:pPr>
            <a:r>
              <a:t>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377" y="4381500"/>
            <a:ext cx="152396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6773" y="4381500"/>
            <a:ext cx="152396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9170" y="4381500"/>
            <a:ext cx="152396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566" y="4381500"/>
            <a:ext cx="152396" cy="457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75816" y="1615440"/>
            <a:ext cx="2438339" cy="1371600"/>
          </a:xfrm>
          <a:prstGeom prst="roundRect">
            <a:avLst/>
          </a:prstGeom>
          <a:solidFill>
            <a:srgbClr val="E1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14857" y="1524000"/>
            <a:ext cx="2438339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31119" y="1021080"/>
            <a:ext cx="1005815" cy="10058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53979" y="1043940"/>
            <a:ext cx="960096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mp_w3zi3w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38" y="1066800"/>
            <a:ext cx="914377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4857" y="2133600"/>
            <a:ext cx="2438339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C3E50"/>
                </a:solidFill>
                <a:latin typeface="Segoe UI"/>
              </a:defRPr>
            </a:pPr>
            <a:r>
              <a:t>Olivia 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4857" y="2400300"/>
            <a:ext cx="2438339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7F8C8D"/>
                </a:solidFill>
                <a:latin typeface="Segoe UI"/>
              </a:defRPr>
            </a:pPr>
            <a:r>
              <a:t>Lead Designer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18947" y="1615440"/>
            <a:ext cx="2438339" cy="1371600"/>
          </a:xfrm>
          <a:prstGeom prst="roundRect">
            <a:avLst/>
          </a:prstGeom>
          <a:solidFill>
            <a:srgbClr val="E1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7988" y="1524000"/>
            <a:ext cx="2438339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74250" y="1021080"/>
            <a:ext cx="1005815" cy="10058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97110" y="1043940"/>
            <a:ext cx="960096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mp0recykd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969" y="1066800"/>
            <a:ext cx="914377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7988" y="2133600"/>
            <a:ext cx="2438339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C3E50"/>
                </a:solidFill>
                <a:latin typeface="Segoe UI"/>
              </a:defRPr>
            </a:pPr>
            <a:r>
              <a:t>Ben Carter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7988" y="2400300"/>
            <a:ext cx="2438339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7F8C8D"/>
                </a:solidFill>
                <a:latin typeface="Segoe UI"/>
              </a:defRPr>
            </a:pPr>
            <a:r>
              <a:t>Frontend Developer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5816" y="3749040"/>
            <a:ext cx="2438339" cy="1371600"/>
          </a:xfrm>
          <a:prstGeom prst="roundRect">
            <a:avLst/>
          </a:prstGeom>
          <a:solidFill>
            <a:srgbClr val="E1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14857" y="3657600"/>
            <a:ext cx="2438339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1119" y="3154680"/>
            <a:ext cx="1005815" cy="10058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3979" y="3177540"/>
            <a:ext cx="960096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mp7au0ev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38" y="3200400"/>
            <a:ext cx="914377" cy="914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14857" y="4267200"/>
            <a:ext cx="2438339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C3E50"/>
                </a:solidFill>
                <a:latin typeface="Segoe UI"/>
              </a:defRPr>
            </a:pPr>
            <a:r>
              <a:t>Aisha Khan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4857" y="4533900"/>
            <a:ext cx="2438339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7F8C8D"/>
                </a:solidFill>
                <a:latin typeface="Segoe UI"/>
              </a:defRPr>
            </a:pPr>
            <a:r>
              <a:t>Project Manager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18947" y="3749040"/>
            <a:ext cx="2438339" cy="1371600"/>
          </a:xfrm>
          <a:prstGeom prst="roundRect">
            <a:avLst/>
          </a:prstGeom>
          <a:solidFill>
            <a:srgbClr val="E1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57988" y="3657600"/>
            <a:ext cx="2438339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74250" y="3154680"/>
            <a:ext cx="1005815" cy="100584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97110" y="3177540"/>
            <a:ext cx="960096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mpsvjzlj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969" y="3200400"/>
            <a:ext cx="914377" cy="914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57988" y="4267200"/>
            <a:ext cx="2438339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C3E50"/>
                </a:solidFill>
                <a:latin typeface="Segoe UI"/>
              </a:defRPr>
            </a:pPr>
            <a:r>
              <a:t>Leo Martinez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7988" y="4533900"/>
            <a:ext cx="2438339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7F8C8D"/>
                </a:solidFill>
                <a:latin typeface="Segoe UI"/>
              </a:defRPr>
            </a:pPr>
            <a:r>
              <a:t>Marketing Head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