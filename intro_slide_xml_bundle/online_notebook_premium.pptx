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0" y="0"/>
                </a:moveTo>
                <a:lnTo>
                  <a:pt x="4571886" y="0"/>
                </a:lnTo>
                <a:lnTo>
                  <a:pt x="1219169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8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5" cy="6858000"/>
          </a:xfrm>
          <a:prstGeom prst="rect">
            <a:avLst/>
          </a:prstGeom>
          <a:solidFill>
            <a:srgbClr val="77A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019249" y="1257300"/>
            <a:ext cx="8381791" cy="4572000"/>
          </a:xfrm>
          <a:custGeom>
            <a:avLst/>
            <a:gdLst/>
            <a:ahLst/>
            <a:cxnLst/>
            <a:rect l="l" t="t" r="r" b="b"/>
            <a:pathLst>
              <a:path w="8381791" h="4572000">
                <a:moveTo>
                  <a:pt x="0" y="304800"/>
                </a:moveTo>
                <a:lnTo>
                  <a:pt x="45719" y="297180"/>
                </a:lnTo>
                <a:lnTo>
                  <a:pt x="99058" y="281940"/>
                </a:lnTo>
                <a:lnTo>
                  <a:pt x="152397" y="259080"/>
                </a:lnTo>
                <a:lnTo>
                  <a:pt x="190496" y="228600"/>
                </a:lnTo>
                <a:lnTo>
                  <a:pt x="228595" y="190500"/>
                </a:lnTo>
                <a:lnTo>
                  <a:pt x="259074" y="152400"/>
                </a:lnTo>
                <a:lnTo>
                  <a:pt x="281933" y="99060"/>
                </a:lnTo>
                <a:lnTo>
                  <a:pt x="297173" y="45720"/>
                </a:lnTo>
                <a:lnTo>
                  <a:pt x="304793" y="0"/>
                </a:lnTo>
                <a:lnTo>
                  <a:pt x="8076998" y="0"/>
                </a:lnTo>
                <a:lnTo>
                  <a:pt x="8076998" y="45720"/>
                </a:lnTo>
                <a:lnTo>
                  <a:pt x="8092238" y="99060"/>
                </a:lnTo>
                <a:lnTo>
                  <a:pt x="8115097" y="152400"/>
                </a:lnTo>
                <a:lnTo>
                  <a:pt x="8145577" y="190500"/>
                </a:lnTo>
                <a:lnTo>
                  <a:pt x="8183676" y="228600"/>
                </a:lnTo>
                <a:lnTo>
                  <a:pt x="8229395" y="259080"/>
                </a:lnTo>
                <a:lnTo>
                  <a:pt x="8275113" y="281940"/>
                </a:lnTo>
                <a:lnTo>
                  <a:pt x="8328452" y="297180"/>
                </a:lnTo>
                <a:lnTo>
                  <a:pt x="8381791" y="304800"/>
                </a:lnTo>
                <a:lnTo>
                  <a:pt x="8381791" y="4267200"/>
                </a:lnTo>
                <a:lnTo>
                  <a:pt x="8328452" y="4267200"/>
                </a:lnTo>
                <a:lnTo>
                  <a:pt x="8275113" y="4282440"/>
                </a:lnTo>
                <a:lnTo>
                  <a:pt x="8229395" y="4305300"/>
                </a:lnTo>
                <a:lnTo>
                  <a:pt x="8183676" y="4335780"/>
                </a:lnTo>
                <a:lnTo>
                  <a:pt x="8145577" y="4373880"/>
                </a:lnTo>
                <a:lnTo>
                  <a:pt x="8115097" y="4419600"/>
                </a:lnTo>
                <a:lnTo>
                  <a:pt x="8092238" y="4465320"/>
                </a:lnTo>
                <a:lnTo>
                  <a:pt x="8076998" y="4518660"/>
                </a:lnTo>
                <a:lnTo>
                  <a:pt x="8076998" y="4572000"/>
                </a:lnTo>
                <a:lnTo>
                  <a:pt x="304793" y="4572000"/>
                </a:lnTo>
                <a:lnTo>
                  <a:pt x="297173" y="4518660"/>
                </a:lnTo>
                <a:lnTo>
                  <a:pt x="281933" y="4465320"/>
                </a:lnTo>
                <a:lnTo>
                  <a:pt x="259074" y="4419600"/>
                </a:lnTo>
                <a:lnTo>
                  <a:pt x="228595" y="4373880"/>
                </a:lnTo>
                <a:lnTo>
                  <a:pt x="190496" y="4335780"/>
                </a:lnTo>
                <a:lnTo>
                  <a:pt x="152397" y="4305300"/>
                </a:lnTo>
                <a:lnTo>
                  <a:pt x="99058" y="4282440"/>
                </a:lnTo>
                <a:lnTo>
                  <a:pt x="45719" y="4267200"/>
                </a:lnTo>
                <a:lnTo>
                  <a:pt x="0" y="4267200"/>
                </a:lnTo>
                <a:close/>
              </a:path>
            </a:pathLst>
          </a:custGeom>
          <a:solidFill>
            <a:srgbClr val="9A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904952" y="1143000"/>
            <a:ext cx="8381791" cy="4572000"/>
          </a:xfrm>
          <a:custGeom>
            <a:avLst/>
            <a:gdLst/>
            <a:ahLst/>
            <a:cxnLst/>
            <a:rect l="l" t="t" r="r" b="b"/>
            <a:pathLst>
              <a:path w="8381791" h="4572000">
                <a:moveTo>
                  <a:pt x="0" y="304800"/>
                </a:moveTo>
                <a:lnTo>
                  <a:pt x="45719" y="297180"/>
                </a:lnTo>
                <a:lnTo>
                  <a:pt x="99058" y="281940"/>
                </a:lnTo>
                <a:lnTo>
                  <a:pt x="152397" y="259080"/>
                </a:lnTo>
                <a:lnTo>
                  <a:pt x="190496" y="228600"/>
                </a:lnTo>
                <a:lnTo>
                  <a:pt x="228595" y="190500"/>
                </a:lnTo>
                <a:lnTo>
                  <a:pt x="259074" y="152400"/>
                </a:lnTo>
                <a:lnTo>
                  <a:pt x="281933" y="99060"/>
                </a:lnTo>
                <a:lnTo>
                  <a:pt x="297173" y="45720"/>
                </a:lnTo>
                <a:lnTo>
                  <a:pt x="304793" y="0"/>
                </a:lnTo>
                <a:lnTo>
                  <a:pt x="8076998" y="0"/>
                </a:lnTo>
                <a:lnTo>
                  <a:pt x="8076998" y="45720"/>
                </a:lnTo>
                <a:lnTo>
                  <a:pt x="8092238" y="99060"/>
                </a:lnTo>
                <a:lnTo>
                  <a:pt x="8115097" y="152400"/>
                </a:lnTo>
                <a:lnTo>
                  <a:pt x="8145577" y="190500"/>
                </a:lnTo>
                <a:lnTo>
                  <a:pt x="8183676" y="228600"/>
                </a:lnTo>
                <a:lnTo>
                  <a:pt x="8229394" y="259080"/>
                </a:lnTo>
                <a:lnTo>
                  <a:pt x="8275113" y="281940"/>
                </a:lnTo>
                <a:lnTo>
                  <a:pt x="8328452" y="297180"/>
                </a:lnTo>
                <a:lnTo>
                  <a:pt x="8381791" y="304800"/>
                </a:lnTo>
                <a:lnTo>
                  <a:pt x="8381791" y="4267200"/>
                </a:lnTo>
                <a:lnTo>
                  <a:pt x="8328452" y="4267200"/>
                </a:lnTo>
                <a:lnTo>
                  <a:pt x="8275113" y="4282440"/>
                </a:lnTo>
                <a:lnTo>
                  <a:pt x="8229394" y="4305300"/>
                </a:lnTo>
                <a:lnTo>
                  <a:pt x="8183676" y="4335780"/>
                </a:lnTo>
                <a:lnTo>
                  <a:pt x="8145577" y="4373880"/>
                </a:lnTo>
                <a:lnTo>
                  <a:pt x="8115097" y="4419600"/>
                </a:lnTo>
                <a:lnTo>
                  <a:pt x="8092238" y="4465320"/>
                </a:lnTo>
                <a:lnTo>
                  <a:pt x="8076998" y="4518660"/>
                </a:lnTo>
                <a:lnTo>
                  <a:pt x="8076998" y="4572000"/>
                </a:lnTo>
                <a:lnTo>
                  <a:pt x="304793" y="4572000"/>
                </a:lnTo>
                <a:lnTo>
                  <a:pt x="297173" y="4518660"/>
                </a:lnTo>
                <a:lnTo>
                  <a:pt x="281933" y="4465320"/>
                </a:lnTo>
                <a:lnTo>
                  <a:pt x="259074" y="4419600"/>
                </a:lnTo>
                <a:lnTo>
                  <a:pt x="228595" y="4373880"/>
                </a:lnTo>
                <a:lnTo>
                  <a:pt x="190496" y="4335780"/>
                </a:lnTo>
                <a:lnTo>
                  <a:pt x="152397" y="4305300"/>
                </a:lnTo>
                <a:lnTo>
                  <a:pt x="99058" y="4282440"/>
                </a:lnTo>
                <a:lnTo>
                  <a:pt x="45719" y="4267200"/>
                </a:lnTo>
                <a:lnTo>
                  <a:pt x="0" y="426720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508722" y="175260"/>
            <a:ext cx="883898" cy="1059180"/>
          </a:xfrm>
          <a:custGeom>
            <a:avLst/>
            <a:gdLst/>
            <a:ahLst/>
            <a:cxnLst/>
            <a:rect l="l" t="t" r="r" b="b"/>
            <a:pathLst>
              <a:path w="883898" h="1059180">
                <a:moveTo>
                  <a:pt x="312412" y="0"/>
                </a:moveTo>
                <a:lnTo>
                  <a:pt x="883898" y="213360"/>
                </a:lnTo>
                <a:lnTo>
                  <a:pt x="571486" y="1059180"/>
                </a:lnTo>
                <a:lnTo>
                  <a:pt x="0" y="853440"/>
                </a:lnTo>
                <a:close/>
              </a:path>
            </a:pathLst>
          </a:custGeom>
          <a:solidFill>
            <a:srgbClr val="9A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623019" y="76200"/>
            <a:ext cx="723882" cy="632460"/>
          </a:xfrm>
          <a:custGeom>
            <a:avLst/>
            <a:gdLst/>
            <a:ahLst/>
            <a:cxnLst/>
            <a:rect l="l" t="t" r="r" b="b"/>
            <a:pathLst>
              <a:path w="723882" h="632460">
                <a:moveTo>
                  <a:pt x="152397" y="0"/>
                </a:moveTo>
                <a:lnTo>
                  <a:pt x="723882" y="213360"/>
                </a:lnTo>
                <a:lnTo>
                  <a:pt x="563866" y="632460"/>
                </a:lnTo>
                <a:lnTo>
                  <a:pt x="0" y="434340"/>
                </a:lnTo>
                <a:close/>
              </a:path>
            </a:pathLst>
          </a:custGeom>
          <a:solidFill>
            <a:srgbClr val="FFAFA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463003" y="510540"/>
            <a:ext cx="723882" cy="632460"/>
          </a:xfrm>
          <a:custGeom>
            <a:avLst/>
            <a:gdLst/>
            <a:ahLst/>
            <a:cxnLst/>
            <a:rect l="l" t="t" r="r" b="b"/>
            <a:pathLst>
              <a:path w="723882" h="632460">
                <a:moveTo>
                  <a:pt x="160016" y="0"/>
                </a:moveTo>
                <a:lnTo>
                  <a:pt x="723882" y="198120"/>
                </a:lnTo>
                <a:lnTo>
                  <a:pt x="571486" y="632460"/>
                </a:lnTo>
                <a:lnTo>
                  <a:pt x="0" y="419100"/>
                </a:lnTo>
                <a:close/>
              </a:path>
            </a:pathLst>
          </a:custGeom>
          <a:solidFill>
            <a:srgbClr val="FFE5D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212350" y="99060"/>
            <a:ext cx="2285942" cy="2758440"/>
          </a:xfrm>
          <a:custGeom>
            <a:avLst/>
            <a:gdLst/>
            <a:ahLst/>
            <a:cxnLst/>
            <a:rect l="l" t="t" r="r" b="b"/>
            <a:pathLst>
              <a:path w="2285942" h="2758440">
                <a:moveTo>
                  <a:pt x="510527" y="0"/>
                </a:moveTo>
                <a:lnTo>
                  <a:pt x="2285942" y="381000"/>
                </a:lnTo>
                <a:lnTo>
                  <a:pt x="1783035" y="2758440"/>
                </a:lnTo>
                <a:lnTo>
                  <a:pt x="0" y="237744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9143771" y="-7620"/>
            <a:ext cx="2285943" cy="2758440"/>
          </a:xfrm>
          <a:custGeom>
            <a:avLst/>
            <a:gdLst/>
            <a:ahLst/>
            <a:cxnLst/>
            <a:rect l="l" t="t" r="r" b="b"/>
            <a:pathLst>
              <a:path w="2285943" h="2758440">
                <a:moveTo>
                  <a:pt x="502908" y="0"/>
                </a:moveTo>
                <a:lnTo>
                  <a:pt x="2285943" y="381000"/>
                </a:lnTo>
                <a:lnTo>
                  <a:pt x="1783036" y="2758440"/>
                </a:lnTo>
                <a:lnTo>
                  <a:pt x="0" y="237744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730497" y="358140"/>
            <a:ext cx="1478243" cy="3200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54298" y="693420"/>
            <a:ext cx="1485863" cy="3200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85720" y="1028700"/>
            <a:ext cx="1485863" cy="3200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17142" y="1363980"/>
            <a:ext cx="1478243" cy="3124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40944" y="1691640"/>
            <a:ext cx="1485863" cy="3200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72366" y="2026920"/>
            <a:ext cx="1478243" cy="3200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8976135" y="4678680"/>
            <a:ext cx="2072589" cy="2072640"/>
          </a:xfrm>
          <a:custGeom>
            <a:avLst/>
            <a:gdLst/>
            <a:ahLst/>
            <a:cxnLst/>
            <a:rect l="l" t="t" r="r" b="b"/>
            <a:pathLst>
              <a:path w="2072589" h="2072640">
                <a:moveTo>
                  <a:pt x="0" y="137160"/>
                </a:moveTo>
                <a:lnTo>
                  <a:pt x="144777" y="0"/>
                </a:lnTo>
                <a:lnTo>
                  <a:pt x="2072589" y="1935480"/>
                </a:lnTo>
                <a:lnTo>
                  <a:pt x="1935432" y="2072640"/>
                </a:lnTo>
                <a:close/>
              </a:path>
            </a:pathLst>
          </a:custGeom>
          <a:solidFill>
            <a:srgbClr val="9AB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938036" y="4747260"/>
            <a:ext cx="144777" cy="144780"/>
          </a:xfrm>
          <a:custGeom>
            <a:avLst/>
            <a:gdLst/>
            <a:ahLst/>
            <a:cxnLst/>
            <a:rect l="l" t="t" r="r" b="b"/>
            <a:pathLst>
              <a:path w="144777" h="144780">
                <a:moveTo>
                  <a:pt x="76198" y="144780"/>
                </a:moveTo>
                <a:lnTo>
                  <a:pt x="144777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014234" y="4823460"/>
            <a:ext cx="320032" cy="320040"/>
          </a:xfrm>
          <a:custGeom>
            <a:avLst/>
            <a:gdLst/>
            <a:ahLst/>
            <a:cxnLst/>
            <a:rect l="l" t="t" r="r" b="b"/>
            <a:pathLst>
              <a:path w="320032" h="320040">
                <a:moveTo>
                  <a:pt x="175256" y="320040"/>
                </a:moveTo>
                <a:lnTo>
                  <a:pt x="320032" y="175260"/>
                </a:lnTo>
                <a:lnTo>
                  <a:pt x="68579" y="0"/>
                </a:lnTo>
                <a:lnTo>
                  <a:pt x="0" y="68580"/>
                </a:lnTo>
                <a:close/>
              </a:path>
            </a:pathLst>
          </a:custGeom>
          <a:solidFill>
            <a:srgbClr val="D9D9D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189490" y="4998720"/>
            <a:ext cx="1752556" cy="1752600"/>
          </a:xfrm>
          <a:custGeom>
            <a:avLst/>
            <a:gdLst/>
            <a:ahLst/>
            <a:cxnLst/>
            <a:rect l="l" t="t" r="r" b="b"/>
            <a:pathLst>
              <a:path w="1752556" h="1752600">
                <a:moveTo>
                  <a:pt x="0" y="144780"/>
                </a:moveTo>
                <a:lnTo>
                  <a:pt x="144776" y="0"/>
                </a:lnTo>
                <a:lnTo>
                  <a:pt x="1752556" y="1615440"/>
                </a:lnTo>
                <a:lnTo>
                  <a:pt x="1615400" y="1752600"/>
                </a:lnTo>
                <a:close/>
              </a:path>
            </a:pathLst>
          </a:custGeom>
          <a:solidFill>
            <a:srgbClr val="15466B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263883" y="6073140"/>
            <a:ext cx="678163" cy="678180"/>
          </a:xfrm>
          <a:custGeom>
            <a:avLst/>
            <a:gdLst/>
            <a:ahLst/>
            <a:cxnLst/>
            <a:rect l="l" t="t" r="r" b="b"/>
            <a:pathLst>
              <a:path w="678163" h="678180">
                <a:moveTo>
                  <a:pt x="0" y="137160"/>
                </a:moveTo>
                <a:lnTo>
                  <a:pt x="137157" y="0"/>
                </a:lnTo>
                <a:lnTo>
                  <a:pt x="678163" y="541020"/>
                </a:lnTo>
                <a:lnTo>
                  <a:pt x="541007" y="678180"/>
                </a:lnTo>
                <a:close/>
              </a:path>
            </a:pathLst>
          </a:custGeom>
          <a:solidFill>
            <a:srgbClr val="0C304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0340081" y="6316980"/>
            <a:ext cx="350512" cy="358140"/>
          </a:xfrm>
          <a:custGeom>
            <a:avLst/>
            <a:gdLst/>
            <a:ahLst/>
            <a:cxnLst/>
            <a:rect l="l" t="t" r="r" b="b"/>
            <a:pathLst>
              <a:path w="350512" h="358140">
                <a:moveTo>
                  <a:pt x="0" y="38100"/>
                </a:moveTo>
                <a:lnTo>
                  <a:pt x="30480" y="0"/>
                </a:lnTo>
                <a:lnTo>
                  <a:pt x="350512" y="327660"/>
                </a:lnTo>
                <a:lnTo>
                  <a:pt x="320032" y="358140"/>
                </a:lnTo>
                <a:close/>
              </a:path>
            </a:pathLst>
          </a:custGeom>
          <a:solidFill>
            <a:srgbClr val="D9D9D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428914" y="3429000"/>
            <a:ext cx="5333867" cy="0"/>
          </a:xfrm>
          <a:prstGeom prst="line">
            <a:avLst/>
          </a:prstGeom>
          <a:ln w="50800">
            <a:solidFill>
              <a:srgbClr val="1E4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66933" y="1524000"/>
            <a:ext cx="6857828" cy="182880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250" b="0" i="0">
                <a:solidFill>
                  <a:srgbClr val="1E4E8C"/>
                </a:solidFill>
                <a:latin typeface="Arial Rounded MT Bold"/>
              </a:defRPr>
            </a:pPr>
            <a:r>
              <a:t>INTERNATIONAL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6933" y="3505200"/>
            <a:ext cx="6857828" cy="152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150" b="0" i="0">
                <a:solidFill>
                  <a:srgbClr val="1E4E8C"/>
                </a:solidFill>
                <a:latin typeface="Arial Rounded MT Bold"/>
              </a:defRPr>
            </a:pPr>
            <a:r>
              <a:t>MACROECONOMICS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7924" y="5029200"/>
            <a:ext cx="6095848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2C3E50"/>
                </a:solidFill>
                <a:latin typeface="Segoe UI"/>
              </a:defRPr>
            </a:pPr>
            <a:r>
              <a:t>A comprehensive guide to global markets and policies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