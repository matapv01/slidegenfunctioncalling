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12191695" y="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095848" y="0"/>
            <a:ext cx="6095847" cy="2667000"/>
          </a:xfrm>
          <a:custGeom>
            <a:avLst/>
            <a:gdLst/>
            <a:ahLst/>
            <a:cxnLst/>
            <a:rect l="l" t="t" r="r" b="b"/>
            <a:pathLst>
              <a:path w="6095847" h="2667000">
                <a:moveTo>
                  <a:pt x="0" y="0"/>
                </a:moveTo>
                <a:lnTo>
                  <a:pt x="1142971" y="381000"/>
                </a:lnTo>
                <a:lnTo>
                  <a:pt x="1904952" y="152400"/>
                </a:lnTo>
                <a:lnTo>
                  <a:pt x="3428914" y="609600"/>
                </a:lnTo>
                <a:lnTo>
                  <a:pt x="4190895" y="381000"/>
                </a:lnTo>
                <a:lnTo>
                  <a:pt x="5714857" y="2286000"/>
                </a:lnTo>
                <a:lnTo>
                  <a:pt x="6095847" y="2667000"/>
                </a:lnTo>
                <a:lnTo>
                  <a:pt x="6095847" y="0"/>
                </a:lnTo>
                <a:close/>
              </a:path>
            </a:pathLst>
          </a:custGeom>
          <a:solidFill>
            <a:srgbClr val="F5D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4191000"/>
            <a:ext cx="5714857" cy="2667000"/>
          </a:xfrm>
          <a:custGeom>
            <a:avLst/>
            <a:gdLst/>
            <a:ahLst/>
            <a:cxnLst/>
            <a:rect l="l" t="t" r="r" b="b"/>
            <a:pathLst>
              <a:path w="5714857" h="2667000">
                <a:moveTo>
                  <a:pt x="0" y="0"/>
                </a:moveTo>
                <a:lnTo>
                  <a:pt x="1142971" y="381000"/>
                </a:lnTo>
                <a:lnTo>
                  <a:pt x="1523962" y="152400"/>
                </a:lnTo>
                <a:lnTo>
                  <a:pt x="3428914" y="1295400"/>
                </a:lnTo>
                <a:lnTo>
                  <a:pt x="3809905" y="990600"/>
                </a:lnTo>
                <a:lnTo>
                  <a:pt x="5714857" y="2667000"/>
                </a:lnTo>
                <a:lnTo>
                  <a:pt x="0" y="2667000"/>
                </a:lnTo>
                <a:close/>
              </a:path>
            </a:pathLst>
          </a:custGeom>
          <a:solidFill>
            <a:srgbClr val="F5D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09585" y="0"/>
            <a:ext cx="1904952" cy="1905000"/>
          </a:xfrm>
          <a:prstGeom prst="line">
            <a:avLst/>
          </a:prstGeom>
          <a:ln w="508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 rot="8100000">
            <a:off x="2634810" y="1815726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514537" y="1905000"/>
            <a:ext cx="366385" cy="366394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 rot="10200000">
            <a:off x="948254" y="376369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90575" y="381000"/>
            <a:ext cx="89976" cy="51028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 rot="6000000">
            <a:off x="1195489" y="129128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90575" y="381000"/>
            <a:ext cx="510275" cy="8997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 rot="10200000">
            <a:off x="1519740" y="947869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562061" y="952500"/>
            <a:ext cx="89975" cy="51028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 rot="6000000">
            <a:off x="1766975" y="700628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562061" y="952500"/>
            <a:ext cx="510275" cy="8997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 rot="10200000">
            <a:off x="2091226" y="1519369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133547" y="1524000"/>
            <a:ext cx="89975" cy="51028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 rot="6000000">
            <a:off x="2338461" y="1272128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133547" y="1524000"/>
            <a:ext cx="510275" cy="8997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143000"/>
            <a:ext cx="1142971" cy="1143000"/>
          </a:xfrm>
          <a:prstGeom prst="line">
            <a:avLst/>
          </a:prstGeom>
          <a:ln w="508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 rot="8100000">
            <a:off x="1228414" y="2219045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142971" y="2286000"/>
            <a:ext cx="274789" cy="274796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 rot="10200000">
            <a:off x="192091" y="1368127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28594" y="1371600"/>
            <a:ext cx="67482" cy="382716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 rot="6000000">
            <a:off x="377518" y="1182696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28594" y="1371600"/>
            <a:ext cx="382707" cy="67483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 rot="10200000">
            <a:off x="877874" y="2053927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14377" y="2057400"/>
            <a:ext cx="67482" cy="382716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 rot="6000000">
            <a:off x="1063300" y="1868496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14377" y="2057400"/>
            <a:ext cx="382707" cy="67483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9677158" y="4953000"/>
            <a:ext cx="1904952" cy="1905000"/>
          </a:xfrm>
          <a:prstGeom prst="line">
            <a:avLst/>
          </a:prstGeom>
          <a:ln w="508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 rot="18900000">
            <a:off x="9366390" y="4432674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9310773" y="4586606"/>
            <a:ext cx="366385" cy="366394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 rot="21000000">
            <a:off x="11052946" y="5872031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11111144" y="5966712"/>
            <a:ext cx="89976" cy="51028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 rot="16800000">
            <a:off x="10805710" y="6119272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10690845" y="6387022"/>
            <a:ext cx="510275" cy="8997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 rot="21000000">
            <a:off x="10481460" y="5300531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10539659" y="5395212"/>
            <a:ext cx="89975" cy="51028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 rot="16800000">
            <a:off x="10234225" y="5547772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10119359" y="5815522"/>
            <a:ext cx="510275" cy="8997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 rot="21000000">
            <a:off x="9909974" y="4729031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9968173" y="4823712"/>
            <a:ext cx="89975" cy="51028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 rot="16800000">
            <a:off x="9662739" y="4976272"/>
            <a:ext cx="190495" cy="6096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9547873" y="5244022"/>
            <a:ext cx="510275" cy="89978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11048724" y="4572000"/>
            <a:ext cx="1142971" cy="1143000"/>
          </a:xfrm>
          <a:prstGeom prst="line">
            <a:avLst/>
          </a:prstGeom>
          <a:ln w="508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 rot="18900000">
            <a:off x="10810885" y="4181755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10773935" y="4297204"/>
            <a:ext cx="274789" cy="274796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 rot="21000000">
            <a:off x="11847208" y="5032673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11895619" y="5103684"/>
            <a:ext cx="67482" cy="382716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 rot="16800000">
            <a:off x="11661781" y="5218104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11580394" y="5418917"/>
            <a:ext cx="382707" cy="67483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 rot="21000000">
            <a:off x="11161425" y="4346873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11209836" y="4417884"/>
            <a:ext cx="67482" cy="382716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 rot="16800000">
            <a:off x="10975998" y="4532304"/>
            <a:ext cx="152396" cy="457200"/>
          </a:xfrm>
          <a:prstGeom prst="ellipse">
            <a:avLst/>
          </a:prstGeom>
          <a:noFill/>
          <a:ln w="12700">
            <a:solidFill>
              <a:srgbClr val="733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 flipV="1">
            <a:off x="10894611" y="4733117"/>
            <a:ext cx="382707" cy="67483"/>
          </a:xfrm>
          <a:prstGeom prst="line">
            <a:avLst/>
          </a:prstGeom>
          <a:ln w="25400">
            <a:solidFill>
              <a:srgbClr val="733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506266" y="3827696"/>
            <a:ext cx="32246" cy="3813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38512" y="3865830"/>
            <a:ext cx="25264" cy="4266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63776" y="3908499"/>
            <a:ext cx="17492" cy="4565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581268" y="3954152"/>
            <a:ext cx="9268" cy="4695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590536" y="4001107"/>
            <a:ext cx="954" cy="4651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584402" y="4047626"/>
            <a:ext cx="7088" cy="4436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569896" y="4091990"/>
            <a:ext cx="14506" cy="4058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548920" y="4132575"/>
            <a:ext cx="20976" cy="3534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522705" y="4167920"/>
            <a:ext cx="26215" cy="2887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492710" y="4196795"/>
            <a:ext cx="29995" cy="2145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460560" y="4218251"/>
            <a:ext cx="32150" cy="1341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427974" y="4231665"/>
            <a:ext cx="32586" cy="510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396691" y="4233642"/>
            <a:ext cx="31283" cy="312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368391" y="4222746"/>
            <a:ext cx="28300" cy="108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344626" y="4204867"/>
            <a:ext cx="23765" cy="1787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326747" y="4181101"/>
            <a:ext cx="17879" cy="2376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315851" y="4152801"/>
            <a:ext cx="10896" cy="2830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312728" y="4121516"/>
            <a:ext cx="3123" cy="3128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312728" y="4088930"/>
            <a:ext cx="5100" cy="3258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317828" y="4056779"/>
            <a:ext cx="13414" cy="3215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331242" y="4026783"/>
            <a:ext cx="21456" cy="299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352698" y="4000567"/>
            <a:ext cx="28874" cy="2621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381572" y="3979590"/>
            <a:ext cx="35344" cy="2097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416916" y="3965084"/>
            <a:ext cx="40583" cy="1450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457499" y="3957996"/>
            <a:ext cx="44364" cy="708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501863" y="3957996"/>
            <a:ext cx="46518" cy="95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548381" y="3958950"/>
            <a:ext cx="46953" cy="926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595334" y="3968219"/>
            <a:ext cx="45652" cy="1749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640986" y="3985711"/>
            <a:ext cx="42668" cy="2526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683654" y="4010975"/>
            <a:ext cx="38133" cy="3224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721787" y="4043222"/>
            <a:ext cx="32246" cy="3813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754033" y="4081357"/>
            <a:ext cx="25264" cy="4266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779297" y="4124025"/>
            <a:ext cx="17491" cy="4565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796788" y="4169678"/>
            <a:ext cx="9269" cy="4695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806057" y="4216633"/>
            <a:ext cx="954" cy="4651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1799923" y="4263152"/>
            <a:ext cx="7088" cy="4436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785417" y="4307517"/>
            <a:ext cx="14506" cy="4058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1764441" y="4348101"/>
            <a:ext cx="20976" cy="3534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1738226" y="4383446"/>
            <a:ext cx="26215" cy="2887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1708230" y="4412321"/>
            <a:ext cx="29996" cy="2145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1676080" y="4433777"/>
            <a:ext cx="32150" cy="1341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643495" y="4447191"/>
            <a:ext cx="32585" cy="510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1612211" y="4449168"/>
            <a:ext cx="31284" cy="312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1583912" y="4438272"/>
            <a:ext cx="28299" cy="108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1560146" y="4420393"/>
            <a:ext cx="23766" cy="1787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1542268" y="4396627"/>
            <a:ext cx="17878" cy="2376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1531372" y="4368327"/>
            <a:ext cx="10896" cy="2830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1528249" y="4337043"/>
            <a:ext cx="3123" cy="3128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528249" y="4304456"/>
            <a:ext cx="5100" cy="3258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533349" y="4272305"/>
            <a:ext cx="13414" cy="3215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546763" y="4242309"/>
            <a:ext cx="21455" cy="299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568218" y="4216093"/>
            <a:ext cx="28874" cy="2621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597092" y="4195117"/>
            <a:ext cx="35344" cy="2097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632436" y="4180610"/>
            <a:ext cx="40584" cy="1450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673020" y="4173522"/>
            <a:ext cx="44363" cy="708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717383" y="4173522"/>
            <a:ext cx="46518" cy="95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763901" y="4174477"/>
            <a:ext cx="46954" cy="926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810855" y="4183745"/>
            <a:ext cx="45652" cy="1749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856507" y="4201237"/>
            <a:ext cx="42667" cy="2526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899174" y="4226501"/>
            <a:ext cx="38134" cy="3224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937308" y="4258748"/>
            <a:ext cx="32246" cy="3813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969554" y="4296883"/>
            <a:ext cx="25264" cy="4266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994818" y="4339552"/>
            <a:ext cx="17491" cy="4565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012309" y="4385204"/>
            <a:ext cx="9268" cy="4695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021577" y="4432159"/>
            <a:ext cx="955" cy="4651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2015444" y="4478678"/>
            <a:ext cx="7088" cy="4436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2000938" y="4523043"/>
            <a:ext cx="14506" cy="4058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1979962" y="4563627"/>
            <a:ext cx="20976" cy="3534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953746" y="4598972"/>
            <a:ext cx="26216" cy="2887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923751" y="4627847"/>
            <a:ext cx="29995" cy="2145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891601" y="4649303"/>
            <a:ext cx="32150" cy="1341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859015" y="4662717"/>
            <a:ext cx="32586" cy="510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1827732" y="4664694"/>
            <a:ext cx="31283" cy="312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 flipV="1">
            <a:off x="1799432" y="4653798"/>
            <a:ext cx="28300" cy="108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 flipV="1">
            <a:off x="1775667" y="4635919"/>
            <a:ext cx="23765" cy="1787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0715601" y="3060578"/>
            <a:ext cx="47380" cy="225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0665649" y="3083126"/>
            <a:ext cx="49952" cy="146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0614826" y="3097756"/>
            <a:ext cx="50823" cy="635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 flipV="1">
            <a:off x="10564874" y="3102176"/>
            <a:ext cx="49952" cy="19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 flipV="1">
            <a:off x="10517494" y="3092328"/>
            <a:ext cx="47380" cy="98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10474277" y="3075269"/>
            <a:ext cx="43217" cy="170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10436632" y="3052023"/>
            <a:ext cx="37645" cy="232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 flipV="1">
            <a:off x="10405721" y="3023883"/>
            <a:ext cx="30911" cy="281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0382416" y="2992357"/>
            <a:ext cx="23305" cy="315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 flipV="1">
            <a:off x="10367255" y="2959100"/>
            <a:ext cx="15161" cy="332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 flipV="1">
            <a:off x="10360420" y="2925843"/>
            <a:ext cx="6835" cy="332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360420" y="2894317"/>
            <a:ext cx="1308" cy="315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361728" y="2866177"/>
            <a:ext cx="8914" cy="281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370642" y="2842931"/>
            <a:ext cx="15649" cy="232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386291" y="2825872"/>
            <a:ext cx="21221" cy="170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407512" y="2816024"/>
            <a:ext cx="25383" cy="98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432895" y="2814094"/>
            <a:ext cx="27956" cy="19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460851" y="2814094"/>
            <a:ext cx="28826" cy="635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489677" y="2820444"/>
            <a:ext cx="27956" cy="146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517633" y="2835074"/>
            <a:ext cx="25383" cy="225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543016" y="2857622"/>
            <a:ext cx="21220" cy="297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564236" y="2887381"/>
            <a:ext cx="15650" cy="359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579886" y="2923327"/>
            <a:ext cx="8913" cy="408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588799" y="2964167"/>
            <a:ext cx="1309" cy="442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10583272" y="3008393"/>
            <a:ext cx="6836" cy="459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10568111" y="3054350"/>
            <a:ext cx="15161" cy="459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10544806" y="3100307"/>
            <a:ext cx="23305" cy="442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10513896" y="3144533"/>
            <a:ext cx="30910" cy="408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10476250" y="3185373"/>
            <a:ext cx="37646" cy="359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10433033" y="3221319"/>
            <a:ext cx="43217" cy="297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10385654" y="3251078"/>
            <a:ext cx="47379" cy="225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>
            <a:off x="10335701" y="3273626"/>
            <a:ext cx="49953" cy="146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>
            <a:off x="10284879" y="3288256"/>
            <a:ext cx="50822" cy="635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10234926" y="3292676"/>
            <a:ext cx="49953" cy="19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 flipV="1">
            <a:off x="10187547" y="3282828"/>
            <a:ext cx="47379" cy="98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 flipV="1">
            <a:off x="10144330" y="3265769"/>
            <a:ext cx="43217" cy="170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 flipV="1">
            <a:off x="10106684" y="3242523"/>
            <a:ext cx="37646" cy="232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 flipV="1">
            <a:off x="10075774" y="3214383"/>
            <a:ext cx="30910" cy="281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 flipV="1">
            <a:off x="10052469" y="3182857"/>
            <a:ext cx="23305" cy="315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 flipV="1">
            <a:off x="10037308" y="3149600"/>
            <a:ext cx="15161" cy="332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 flipV="1">
            <a:off x="10030473" y="3116343"/>
            <a:ext cx="6835" cy="332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030473" y="3084817"/>
            <a:ext cx="1308" cy="315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031781" y="3056677"/>
            <a:ext cx="8914" cy="281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0040695" y="3033431"/>
            <a:ext cx="15649" cy="232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056344" y="3016372"/>
            <a:ext cx="21220" cy="170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0077564" y="3006524"/>
            <a:ext cx="25383" cy="98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102947" y="3004594"/>
            <a:ext cx="27956" cy="19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130903" y="3004594"/>
            <a:ext cx="28826" cy="635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159729" y="3010944"/>
            <a:ext cx="27956" cy="146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0187685" y="3025574"/>
            <a:ext cx="25383" cy="225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0213068" y="3048122"/>
            <a:ext cx="21221" cy="297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0234289" y="3077881"/>
            <a:ext cx="15649" cy="359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0249938" y="3113827"/>
            <a:ext cx="8914" cy="408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258852" y="3154667"/>
            <a:ext cx="1308" cy="442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>
            <a:off x="10253325" y="3198893"/>
            <a:ext cx="6835" cy="459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10238164" y="3244850"/>
            <a:ext cx="15161" cy="459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>
            <a:off x="10214859" y="3290807"/>
            <a:ext cx="23305" cy="442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10183949" y="3335033"/>
            <a:ext cx="30910" cy="408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>
            <a:off x="10146303" y="3375873"/>
            <a:ext cx="37646" cy="359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>
            <a:off x="10103086" y="3411819"/>
            <a:ext cx="43217" cy="297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>
            <a:off x="10055706" y="3441578"/>
            <a:ext cx="47380" cy="225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>
            <a:off x="10005754" y="3464126"/>
            <a:ext cx="49952" cy="146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>
            <a:off x="9954931" y="3478756"/>
            <a:ext cx="50823" cy="635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H="1" flipV="1">
            <a:off x="9904979" y="3483176"/>
            <a:ext cx="49952" cy="19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 flipV="1">
            <a:off x="9857599" y="3473328"/>
            <a:ext cx="47380" cy="98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H="1" flipV="1">
            <a:off x="9814383" y="3456269"/>
            <a:ext cx="43216" cy="170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H="1" flipV="1">
            <a:off x="9776737" y="3433023"/>
            <a:ext cx="37646" cy="232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 flipV="1">
            <a:off x="9745826" y="3404883"/>
            <a:ext cx="30911" cy="281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 flipV="1">
            <a:off x="9722522" y="3373357"/>
            <a:ext cx="23304" cy="315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 flipV="1">
            <a:off x="9707361" y="3340100"/>
            <a:ext cx="15161" cy="332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H="1" flipV="1">
            <a:off x="9700525" y="3306843"/>
            <a:ext cx="6836" cy="332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9700525" y="3275317"/>
            <a:ext cx="1308" cy="3152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9701833" y="3247177"/>
            <a:ext cx="8914" cy="2814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710747" y="3223931"/>
            <a:ext cx="15650" cy="232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726397" y="3206872"/>
            <a:ext cx="21220" cy="170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H="1">
            <a:off x="5086690" y="5754444"/>
            <a:ext cx="13390" cy="3710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5067366" y="5791549"/>
            <a:ext cx="19324" cy="3408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H="1">
            <a:off x="5042866" y="5825629"/>
            <a:ext cx="24500" cy="2988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5014174" y="5855518"/>
            <a:ext cx="28692" cy="2471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>
            <a:off x="4982458" y="5880231"/>
            <a:ext cx="31716" cy="1877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H="1">
            <a:off x="4949019" y="5899009"/>
            <a:ext cx="33439" cy="1234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>
            <a:off x="4915231" y="5911353"/>
            <a:ext cx="33788" cy="569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 flipV="1">
            <a:off x="4882485" y="5916160"/>
            <a:ext cx="32746" cy="88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 flipV="1">
            <a:off x="4852126" y="5909057"/>
            <a:ext cx="30359" cy="710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H="1" flipV="1">
            <a:off x="4825394" y="5896367"/>
            <a:ext cx="26732" cy="1269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H="1" flipV="1">
            <a:off x="4803372" y="5878967"/>
            <a:ext cx="22022" cy="1740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H="1" flipV="1">
            <a:off x="4786936" y="5857940"/>
            <a:ext cx="16436" cy="2102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 flipV="1">
            <a:off x="4776718" y="5834525"/>
            <a:ext cx="10218" cy="2341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 flipV="1">
            <a:off x="4773079" y="5810069"/>
            <a:ext cx="3639" cy="2445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773079" y="5785961"/>
            <a:ext cx="3011" cy="2410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776090" y="5763578"/>
            <a:ext cx="9446" cy="2238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4785536" y="5744218"/>
            <a:ext cx="15379" cy="1936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800915" y="5729049"/>
            <a:ext cx="20556" cy="1516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821471" y="5719057"/>
            <a:ext cx="24748" cy="999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846219" y="5715000"/>
            <a:ext cx="27771" cy="40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873990" y="5715000"/>
            <a:ext cx="29495" cy="237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4903485" y="5717376"/>
            <a:ext cx="29844" cy="902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4933329" y="5726404"/>
            <a:ext cx="28802" cy="1560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962131" y="5742011"/>
            <a:ext cx="26414" cy="2182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4988545" y="5763835"/>
            <a:ext cx="22788" cy="2741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5011333" y="5791246"/>
            <a:ext cx="18077" cy="3212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029410" y="5823366"/>
            <a:ext cx="12492" cy="357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5041902" y="5859114"/>
            <a:ext cx="6274" cy="3813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5047871" y="5897249"/>
            <a:ext cx="305" cy="3917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5040915" y="5936426"/>
            <a:ext cx="6956" cy="3882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H="1">
            <a:off x="5027525" y="5975255"/>
            <a:ext cx="13390" cy="3710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5008201" y="6012359"/>
            <a:ext cx="19324" cy="3408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H="1">
            <a:off x="4983701" y="6046440"/>
            <a:ext cx="24500" cy="2988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4955009" y="6076329"/>
            <a:ext cx="28692" cy="2471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>
            <a:off x="4923294" y="6101041"/>
            <a:ext cx="31715" cy="1877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4889854" y="6119820"/>
            <a:ext cx="33440" cy="1234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H="1">
            <a:off x="4856066" y="6132164"/>
            <a:ext cx="33788" cy="569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 flipV="1">
            <a:off x="4823320" y="6136971"/>
            <a:ext cx="32746" cy="88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 flipV="1">
            <a:off x="4792961" y="6129867"/>
            <a:ext cx="30359" cy="710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 flipV="1">
            <a:off x="4766230" y="6117177"/>
            <a:ext cx="26731" cy="1269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 flipV="1">
            <a:off x="4744208" y="6099778"/>
            <a:ext cx="22022" cy="1739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H="1" flipV="1">
            <a:off x="4727772" y="6078750"/>
            <a:ext cx="16436" cy="2102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H="1" flipV="1">
            <a:off x="4717554" y="6055336"/>
            <a:ext cx="10218" cy="2341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 flipV="1">
            <a:off x="4713914" y="6030880"/>
            <a:ext cx="3640" cy="2445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4713914" y="6006772"/>
            <a:ext cx="3012" cy="2410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4716926" y="5984388"/>
            <a:ext cx="9445" cy="2238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4726371" y="5965028"/>
            <a:ext cx="15380" cy="1936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741751" y="5949860"/>
            <a:ext cx="20556" cy="1516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4762307" y="5939868"/>
            <a:ext cx="24747" cy="999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4787054" y="5935811"/>
            <a:ext cx="27771" cy="405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4814825" y="5935811"/>
            <a:ext cx="29496" cy="237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4844321" y="5938187"/>
            <a:ext cx="29843" cy="902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4874164" y="5947215"/>
            <a:ext cx="28802" cy="1560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4902966" y="5962821"/>
            <a:ext cx="26415" cy="2182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4929381" y="5984646"/>
            <a:ext cx="22787" cy="2741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4952168" y="6012056"/>
            <a:ext cx="18078" cy="3212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4970246" y="6044177"/>
            <a:ext cx="12492" cy="357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4982738" y="6079925"/>
            <a:ext cx="6273" cy="3813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>
            <a:off x="4988706" y="6118060"/>
            <a:ext cx="305" cy="3917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>
            <a:off x="4981750" y="6157237"/>
            <a:ext cx="6956" cy="3882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>
            <a:off x="3146676" y="1440180"/>
            <a:ext cx="20029" cy="2869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>
            <a:off x="3122193" y="1468877"/>
            <a:ext cx="24483" cy="2468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>
            <a:off x="3094186" y="1493563"/>
            <a:ext cx="28007" cy="1983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>
            <a:off x="3063741" y="1513400"/>
            <a:ext cx="30445" cy="1436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>
            <a:off x="3032049" y="1527760"/>
            <a:ext cx="31692" cy="84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>
            <a:off x="3000358" y="1536256"/>
            <a:ext cx="31691" cy="250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 flipV="1">
            <a:off x="2969913" y="1535397"/>
            <a:ext cx="30445" cy="336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H="1" flipV="1">
            <a:off x="2941906" y="1526559"/>
            <a:ext cx="28007" cy="883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 flipV="1">
            <a:off x="2917422" y="1512871"/>
            <a:ext cx="24484" cy="1368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H="1" flipV="1">
            <a:off x="2897393" y="1495173"/>
            <a:ext cx="20029" cy="1769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H="1" flipV="1">
            <a:off x="2882556" y="1474477"/>
            <a:ext cx="14837" cy="206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H="1" flipV="1">
            <a:off x="2873419" y="1451928"/>
            <a:ext cx="9137" cy="2254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H="1" flipV="1">
            <a:off x="2870245" y="1428753"/>
            <a:ext cx="3174" cy="2317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2870245" y="1406205"/>
            <a:ext cx="2786" cy="225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2873031" y="1385509"/>
            <a:ext cx="8488" cy="206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2881519" y="1367810"/>
            <a:ext cx="13679" cy="1769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2895198" y="1354123"/>
            <a:ext cx="18133" cy="1368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2913331" y="1345285"/>
            <a:ext cx="21658" cy="883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2934989" y="1341923"/>
            <a:ext cx="24095" cy="336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2959084" y="1341923"/>
            <a:ext cx="25341" cy="250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2984425" y="1344425"/>
            <a:ext cx="25342" cy="849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3009767" y="1352922"/>
            <a:ext cx="24095" cy="1436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3033862" y="1367282"/>
            <a:ext cx="21657" cy="1983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3055519" y="1387118"/>
            <a:ext cx="18134" cy="2468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3073653" y="1411804"/>
            <a:ext cx="13679" cy="2869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3087332" y="1440502"/>
            <a:ext cx="8487" cy="3169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3095819" y="1472196"/>
            <a:ext cx="2787" cy="3354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>
            <a:off x="3095431" y="1505743"/>
            <a:ext cx="3175" cy="3417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H="1">
            <a:off x="3086295" y="1539916"/>
            <a:ext cx="9136" cy="3354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H="1">
            <a:off x="3071457" y="1573463"/>
            <a:ext cx="14838" cy="3169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H="1">
            <a:off x="3051428" y="1605158"/>
            <a:ext cx="20029" cy="2869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H="1">
            <a:off x="3026945" y="1633855"/>
            <a:ext cx="24483" cy="2468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>
            <a:off x="2998938" y="1658541"/>
            <a:ext cx="28007" cy="1983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>
            <a:off x="2968493" y="1678378"/>
            <a:ext cx="30445" cy="1436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>
            <a:off x="2936802" y="1692738"/>
            <a:ext cx="31691" cy="84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2905110" y="1701234"/>
            <a:ext cx="31692" cy="250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 flipV="1">
            <a:off x="2874665" y="1700375"/>
            <a:ext cx="30445" cy="336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 flipV="1">
            <a:off x="2846658" y="1691537"/>
            <a:ext cx="28007" cy="883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H="1" flipV="1">
            <a:off x="2822175" y="1677849"/>
            <a:ext cx="24483" cy="1368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 flipV="1">
            <a:off x="2802146" y="1660150"/>
            <a:ext cx="20029" cy="1769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 flipV="1">
            <a:off x="2787308" y="1639454"/>
            <a:ext cx="14838" cy="206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 flipV="1">
            <a:off x="2778172" y="1616906"/>
            <a:ext cx="9136" cy="225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H="1" flipV="1">
            <a:off x="2774997" y="1593731"/>
            <a:ext cx="3175" cy="2317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2774997" y="1571183"/>
            <a:ext cx="2787" cy="2254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2777784" y="1550487"/>
            <a:ext cx="8487" cy="2069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9275750" y="1600200"/>
            <a:ext cx="17404" cy="3680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9293154" y="1637005"/>
            <a:ext cx="11068" cy="3886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9304222" y="1675868"/>
            <a:ext cx="4445" cy="395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H="1">
            <a:off x="9306488" y="1715427"/>
            <a:ext cx="2179" cy="3886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H="1">
            <a:off x="9297975" y="1754290"/>
            <a:ext cx="8513" cy="3680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H="1">
            <a:off x="9283693" y="1791095"/>
            <a:ext cx="14282" cy="3347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H="1">
            <a:off x="9264462" y="1824569"/>
            <a:ext cx="19231" cy="2901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H="1">
            <a:off x="9241315" y="1853587"/>
            <a:ext cx="23147" cy="2362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H="1">
            <a:off x="9215460" y="1877216"/>
            <a:ext cx="25855" cy="1754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9188220" y="1894760"/>
            <a:ext cx="27240" cy="110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H="1">
            <a:off x="9160980" y="1905790"/>
            <a:ext cx="27240" cy="436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 flipV="1">
            <a:off x="9135125" y="1908012"/>
            <a:ext cx="25855" cy="21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 flipV="1">
            <a:off x="9111979" y="1899781"/>
            <a:ext cx="23146" cy="823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 flipV="1">
            <a:off x="9092747" y="1886161"/>
            <a:ext cx="19232" cy="1362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 flipV="1">
            <a:off x="9078466" y="1868084"/>
            <a:ext cx="14281" cy="1807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H="1" flipV="1">
            <a:off x="9069952" y="1846678"/>
            <a:ext cx="8514" cy="2140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 flipV="1">
            <a:off x="9067773" y="1823213"/>
            <a:ext cx="2179" cy="2346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9067773" y="1799051"/>
            <a:ext cx="4445" cy="2416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9072218" y="1775586"/>
            <a:ext cx="11069" cy="2346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9083287" y="1754179"/>
            <a:ext cx="17403" cy="2140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9100690" y="1736103"/>
            <a:ext cx="23171" cy="1807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9123861" y="1722483"/>
            <a:ext cx="28122" cy="1362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9151983" y="1714252"/>
            <a:ext cx="32036" cy="823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9184019" y="1712105"/>
            <a:ext cx="34745" cy="214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9218764" y="1712105"/>
            <a:ext cx="36129" cy="436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9254893" y="1716474"/>
            <a:ext cx="36130" cy="1102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9291023" y="1727503"/>
            <a:ext cx="34745" cy="1754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9325768" y="1745048"/>
            <a:ext cx="32036" cy="2362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9357804" y="1768677"/>
            <a:ext cx="28121" cy="2901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9385925" y="1797695"/>
            <a:ext cx="23172" cy="3347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9409097" y="1831169"/>
            <a:ext cx="17403" cy="3680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9426500" y="1867974"/>
            <a:ext cx="11069" cy="3886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9437569" y="1906837"/>
            <a:ext cx="4445" cy="3955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>
            <a:off x="9439835" y="1946396"/>
            <a:ext cx="2179" cy="38863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H="1">
            <a:off x="9431321" y="1985259"/>
            <a:ext cx="8514" cy="3680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H="1">
            <a:off x="9417040" y="2022064"/>
            <a:ext cx="14281" cy="3347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H="1">
            <a:off x="9397808" y="2055538"/>
            <a:ext cx="19232" cy="2901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>
            <a:off x="9374662" y="2084556"/>
            <a:ext cx="23146" cy="2362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H="1">
            <a:off x="9348807" y="2108185"/>
            <a:ext cx="25855" cy="17544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H="1">
            <a:off x="9321567" y="2125729"/>
            <a:ext cx="27240" cy="1103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H="1">
            <a:off x="9294327" y="2136759"/>
            <a:ext cx="27240" cy="4368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H="1" flipV="1">
            <a:off x="9268471" y="2138981"/>
            <a:ext cx="25856" cy="214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H="1" flipV="1">
            <a:off x="9245325" y="2130750"/>
            <a:ext cx="23146" cy="823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H="1" flipV="1">
            <a:off x="9226094" y="2117130"/>
            <a:ext cx="19231" cy="1362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H="1" flipV="1">
            <a:off x="9211812" y="2099053"/>
            <a:ext cx="14282" cy="1807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H="1" flipV="1">
            <a:off x="9203299" y="2077647"/>
            <a:ext cx="8513" cy="2140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H="1" flipV="1">
            <a:off x="9201120" y="2054182"/>
            <a:ext cx="2179" cy="2346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9201120" y="2030020"/>
            <a:ext cx="4445" cy="24162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9205565" y="2006555"/>
            <a:ext cx="11068" cy="2346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9216633" y="1985148"/>
            <a:ext cx="17404" cy="2140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9234037" y="1967072"/>
            <a:ext cx="23171" cy="18076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9257208" y="1953452"/>
            <a:ext cx="28121" cy="13620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9285329" y="1945221"/>
            <a:ext cx="32036" cy="8231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9317365" y="1943074"/>
            <a:ext cx="34745" cy="214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9352110" y="1943074"/>
            <a:ext cx="36130" cy="436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9388240" y="1947443"/>
            <a:ext cx="36130" cy="1102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9424370" y="1958472"/>
            <a:ext cx="34745" cy="1754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9459115" y="1976017"/>
            <a:ext cx="32036" cy="23629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9491151" y="1999646"/>
            <a:ext cx="28121" cy="29017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9519272" y="2028663"/>
            <a:ext cx="23172" cy="33475"/>
          </a:xfrm>
          <a:prstGeom prst="line">
            <a:avLst/>
          </a:prstGeom>
          <a:ln w="50800">
            <a:solidFill>
              <a:srgbClr val="B85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2511064" y="6437304"/>
            <a:ext cx="5098" cy="5768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H="1">
            <a:off x="2511275" y="6494984"/>
            <a:ext cx="4887" cy="5733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2496695" y="6552315"/>
            <a:ext cx="14580" cy="5491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>
            <a:off x="2473134" y="6607229"/>
            <a:ext cx="23561" cy="5053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H="1">
            <a:off x="2441701" y="6657763"/>
            <a:ext cx="31433" cy="4438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H="1">
            <a:off x="2403847" y="6702146"/>
            <a:ext cx="37854" cy="3673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H="1">
            <a:off x="2361301" y="6738876"/>
            <a:ext cx="42546" cy="2790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H="1">
            <a:off x="2316003" y="6766784"/>
            <a:ext cx="45298" cy="1830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H="1">
            <a:off x="2270007" y="6785088"/>
            <a:ext cx="45996" cy="833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H="1" flipV="1">
            <a:off x="2225401" y="6791870"/>
            <a:ext cx="44606" cy="155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H="1" flipV="1">
            <a:off x="2184213" y="6780926"/>
            <a:ext cx="41188" cy="1094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H="1" flipV="1">
            <a:off x="2148319" y="6761509"/>
            <a:ext cx="35894" cy="1941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H="1" flipV="1">
            <a:off x="2119364" y="6734905"/>
            <a:ext cx="28955" cy="2660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H="1" flipV="1">
            <a:off x="2098693" y="6702714"/>
            <a:ext cx="20671" cy="3219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H="1" flipV="1">
            <a:off x="2087285" y="6666781"/>
            <a:ext cx="11408" cy="3593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H="1" flipV="1">
            <a:off x="2085715" y="6629112"/>
            <a:ext cx="1570" cy="3766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2085715" y="6591793"/>
            <a:ext cx="8416" cy="3731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2094131" y="6556890"/>
            <a:ext cx="18109" cy="3490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2112240" y="6526367"/>
            <a:ext cx="27088" cy="3052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2139328" y="6501995"/>
            <a:ext cx="34962" cy="24372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2174290" y="6485277"/>
            <a:ext cx="41383" cy="1671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2215673" y="6477380"/>
            <a:ext cx="46074" cy="789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2261747" y="6477380"/>
            <a:ext cx="48827" cy="170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2310574" y="6479087"/>
            <a:ext cx="49524" cy="1167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2360098" y="6490760"/>
            <a:ext cx="48134" cy="2156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2408232" y="6512327"/>
            <a:ext cx="44717" cy="3095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2452949" y="6543283"/>
            <a:ext cx="39423" cy="3942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2492372" y="6582711"/>
            <a:ext cx="32482" cy="4661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2524854" y="6629327"/>
            <a:ext cx="24200" cy="52202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2549054" y="6681529"/>
            <a:ext cx="14937" cy="5594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2563991" y="6737473"/>
            <a:ext cx="5098" cy="5768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H="1">
            <a:off x="2564202" y="6795153"/>
            <a:ext cx="4887" cy="2474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H="1">
            <a:off x="2549621" y="6819900"/>
            <a:ext cx="14581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H="1">
            <a:off x="2526061" y="6819900"/>
            <a:ext cx="2356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H="1">
            <a:off x="2494628" y="6819900"/>
            <a:ext cx="31433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H="1">
            <a:off x="2456773" y="6819900"/>
            <a:ext cx="37855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H="1">
            <a:off x="2414228" y="6819900"/>
            <a:ext cx="42545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H="1">
            <a:off x="2368929" y="6819900"/>
            <a:ext cx="45299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H="1">
            <a:off x="2322933" y="6819900"/>
            <a:ext cx="45996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H="1">
            <a:off x="2278328" y="6819900"/>
            <a:ext cx="44605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H="1">
            <a:off x="2237139" y="6819900"/>
            <a:ext cx="41189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H="1">
            <a:off x="2201245" y="6819900"/>
            <a:ext cx="35894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H="1">
            <a:off x="2172291" y="6819900"/>
            <a:ext cx="28954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H="1">
            <a:off x="2151620" y="6819900"/>
            <a:ext cx="20671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H="1">
            <a:off x="2140211" y="6819900"/>
            <a:ext cx="11409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H="1">
            <a:off x="2138642" y="6819900"/>
            <a:ext cx="1569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2138642" y="6819900"/>
            <a:ext cx="8415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2147057" y="6819900"/>
            <a:ext cx="18109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2165166" y="6819900"/>
            <a:ext cx="27089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2192255" y="6802165"/>
            <a:ext cx="34961" cy="1773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2227216" y="6785446"/>
            <a:ext cx="41384" cy="1671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2268600" y="6777549"/>
            <a:ext cx="46073" cy="789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2314673" y="6777549"/>
            <a:ext cx="48828" cy="170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2363501" y="6779256"/>
            <a:ext cx="49524" cy="1167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2413025" y="6790930"/>
            <a:ext cx="48134" cy="2156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2461159" y="6812497"/>
            <a:ext cx="44717" cy="740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2505876" y="6819900"/>
            <a:ext cx="39422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2545298" y="6819900"/>
            <a:ext cx="32483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2577781" y="6819900"/>
            <a:ext cx="2420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2601981" y="6819900"/>
            <a:ext cx="14937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2616918" y="6819900"/>
            <a:ext cx="5097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2617129" y="6819900"/>
            <a:ext cx="4886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H="1">
            <a:off x="2602548" y="6819900"/>
            <a:ext cx="14581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H="1">
            <a:off x="2578988" y="6819900"/>
            <a:ext cx="23560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H="1">
            <a:off x="2547555" y="6819900"/>
            <a:ext cx="31433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509700" y="6819900"/>
            <a:ext cx="37855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>
            <a:off x="2467155" y="6819900"/>
            <a:ext cx="42545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>
            <a:off x="2421856" y="6819900"/>
            <a:ext cx="45299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>
            <a:off x="2375860" y="6819900"/>
            <a:ext cx="45996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>
            <a:off x="2331254" y="6819900"/>
            <a:ext cx="44606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H="1">
            <a:off x="2290066" y="6819900"/>
            <a:ext cx="41188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>
            <a:off x="2254172" y="6819900"/>
            <a:ext cx="35894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H="1">
            <a:off x="2225218" y="6819900"/>
            <a:ext cx="28954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H="1">
            <a:off x="2204546" y="6819900"/>
            <a:ext cx="20672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H="1">
            <a:off x="2193138" y="6819900"/>
            <a:ext cx="11408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H="1">
            <a:off x="11205745" y="977526"/>
            <a:ext cx="58499" cy="4908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>
            <a:off x="11139991" y="1026607"/>
            <a:ext cx="65754" cy="3790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H="1">
            <a:off x="11069464" y="1064516"/>
            <a:ext cx="70527" cy="25472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10996852" y="1089988"/>
            <a:ext cx="72612" cy="1231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 flipV="1">
            <a:off x="10924937" y="1101315"/>
            <a:ext cx="71915" cy="98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 flipV="1">
            <a:off x="10856471" y="1087460"/>
            <a:ext cx="68466" cy="1385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H="1" flipV="1">
            <a:off x="10794051" y="1061736"/>
            <a:ext cx="62420" cy="2572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H="1" flipV="1">
            <a:off x="10740015" y="1025659"/>
            <a:ext cx="54036" cy="3607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H="1" flipV="1">
            <a:off x="10696331" y="981199"/>
            <a:ext cx="43684" cy="4446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H="1" flipV="1">
            <a:off x="10664516" y="930691"/>
            <a:ext cx="31815" cy="5050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H="1" flipV="1">
            <a:off x="10645569" y="876735"/>
            <a:ext cx="18947" cy="5395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H="1" flipV="1">
            <a:off x="10639923" y="822082"/>
            <a:ext cx="5646" cy="5465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10639923" y="769513"/>
            <a:ext cx="7512" cy="5256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10647435" y="721718"/>
            <a:ext cx="19948" cy="4779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10667383" y="681178"/>
            <a:ext cx="31119" cy="405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10698502" y="650057"/>
            <a:ext cx="40539" cy="3112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10739041" y="630109"/>
            <a:ext cx="47794" cy="1994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10786835" y="622597"/>
            <a:ext cx="52568" cy="7512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10839403" y="622597"/>
            <a:ext cx="54652" cy="564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10894055" y="628243"/>
            <a:ext cx="53954" cy="1894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0948009" y="647191"/>
            <a:ext cx="50507" cy="3181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10998516" y="679007"/>
            <a:ext cx="44459" cy="4368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11042975" y="722692"/>
            <a:ext cx="36076" cy="5403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11079051" y="776729"/>
            <a:ext cx="25724" cy="6242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1104775" y="839150"/>
            <a:ext cx="13855" cy="6846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11118630" y="907618"/>
            <a:ext cx="987" cy="7191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H="1">
            <a:off x="11107303" y="979535"/>
            <a:ext cx="12314" cy="7261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11081831" y="1052148"/>
            <a:ext cx="25472" cy="7053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H="1">
            <a:off x="11043923" y="1122678"/>
            <a:ext cx="37908" cy="6575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H="1">
            <a:off x="10994843" y="1188433"/>
            <a:ext cx="49080" cy="5850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10936344" y="1246934"/>
            <a:ext cx="58499" cy="4908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H="1">
            <a:off x="10870590" y="1296015"/>
            <a:ext cx="65754" cy="3790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H="1">
            <a:off x="10800063" y="1333924"/>
            <a:ext cx="70527" cy="25472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H="1">
            <a:off x="10727451" y="1359396"/>
            <a:ext cx="72612" cy="1231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H="1" flipV="1">
            <a:off x="10655536" y="1370723"/>
            <a:ext cx="71915" cy="98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 flipV="1">
            <a:off x="10587070" y="1356868"/>
            <a:ext cx="68466" cy="1385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H="1" flipV="1">
            <a:off x="10524650" y="1331144"/>
            <a:ext cx="62420" cy="2572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H="1" flipV="1">
            <a:off x="10470614" y="1295067"/>
            <a:ext cx="54036" cy="3607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 flipV="1">
            <a:off x="10426930" y="1250606"/>
            <a:ext cx="43684" cy="4446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 flipV="1">
            <a:off x="10395116" y="1200098"/>
            <a:ext cx="31814" cy="5050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 flipV="1">
            <a:off x="10376168" y="1146143"/>
            <a:ext cx="18948" cy="5395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H="1" flipV="1">
            <a:off x="10370522" y="1091490"/>
            <a:ext cx="5646" cy="5465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10370522" y="1038920"/>
            <a:ext cx="7512" cy="5257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10378034" y="991125"/>
            <a:ext cx="19948" cy="4779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10397982" y="950585"/>
            <a:ext cx="31119" cy="405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10429101" y="919465"/>
            <a:ext cx="40539" cy="3112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10469640" y="899517"/>
            <a:ext cx="47794" cy="1994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10517434" y="892005"/>
            <a:ext cx="52568" cy="7512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10570002" y="892005"/>
            <a:ext cx="54652" cy="564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10624654" y="897650"/>
            <a:ext cx="53954" cy="1894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10678608" y="916599"/>
            <a:ext cx="50507" cy="3181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10729115" y="948414"/>
            <a:ext cx="44459" cy="4368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10773574" y="992099"/>
            <a:ext cx="36076" cy="5403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10809650" y="1046137"/>
            <a:ext cx="25724" cy="6242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10835374" y="1108558"/>
            <a:ext cx="13855" cy="6846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10849229" y="1177026"/>
            <a:ext cx="987" cy="7191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>
            <a:off x="10837902" y="1248942"/>
            <a:ext cx="12314" cy="7261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H="1">
            <a:off x="10812430" y="1321556"/>
            <a:ext cx="25472" cy="7052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H="1">
            <a:off x="10774522" y="1392085"/>
            <a:ext cx="37908" cy="6575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H="1">
            <a:off x="10725442" y="1457841"/>
            <a:ext cx="49080" cy="58501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H="1">
            <a:off x="10666943" y="1516342"/>
            <a:ext cx="58499" cy="4908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H="1">
            <a:off x="10601189" y="1565422"/>
            <a:ext cx="65754" cy="3790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H="1">
            <a:off x="10530662" y="1603331"/>
            <a:ext cx="70527" cy="2547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10458050" y="1628804"/>
            <a:ext cx="72612" cy="1231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H="1" flipV="1">
            <a:off x="10386135" y="1640131"/>
            <a:ext cx="71915" cy="98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H="1" flipV="1">
            <a:off x="10317669" y="1626276"/>
            <a:ext cx="68466" cy="1385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H="1" flipV="1">
            <a:off x="10255249" y="1600551"/>
            <a:ext cx="62420" cy="2572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H="1" flipV="1">
            <a:off x="10201213" y="1564474"/>
            <a:ext cx="54036" cy="36077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H="1" flipV="1">
            <a:off x="10157529" y="1520014"/>
            <a:ext cx="43684" cy="4446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H="1" flipV="1">
            <a:off x="10125715" y="1469506"/>
            <a:ext cx="31814" cy="50508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H="1" flipV="1">
            <a:off x="10106767" y="1415550"/>
            <a:ext cx="18948" cy="53956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 flipV="1">
            <a:off x="10101121" y="1360897"/>
            <a:ext cx="5646" cy="54653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10101121" y="1308328"/>
            <a:ext cx="7512" cy="52569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10108633" y="1260533"/>
            <a:ext cx="19948" cy="47795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10128581" y="1219993"/>
            <a:ext cx="31119" cy="405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Freeform 521"/>
          <p:cNvSpPr/>
          <p:nvPr/>
        </p:nvSpPr>
        <p:spPr>
          <a:xfrm>
            <a:off x="2209745" y="5257800"/>
            <a:ext cx="914377" cy="914400"/>
          </a:xfrm>
          <a:custGeom>
            <a:avLst/>
            <a:gdLst/>
            <a:ahLst/>
            <a:cxnLst/>
            <a:rect l="l" t="t" r="r" b="b"/>
            <a:pathLst>
              <a:path w="914377" h="914400">
                <a:moveTo>
                  <a:pt x="914377" y="457200"/>
                </a:moveTo>
                <a:lnTo>
                  <a:pt x="553960" y="553974"/>
                </a:lnTo>
                <a:lnTo>
                  <a:pt x="457188" y="914400"/>
                </a:lnTo>
                <a:lnTo>
                  <a:pt x="360417" y="553974"/>
                </a:lnTo>
                <a:lnTo>
                  <a:pt x="0" y="457200"/>
                </a:lnTo>
                <a:lnTo>
                  <a:pt x="360417" y="360426"/>
                </a:lnTo>
                <a:lnTo>
                  <a:pt x="457188" y="0"/>
                </a:lnTo>
                <a:lnTo>
                  <a:pt x="553960" y="3604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1904952" y="990600"/>
            <a:ext cx="761981" cy="762000"/>
          </a:xfrm>
          <a:custGeom>
            <a:avLst/>
            <a:gdLst/>
            <a:ahLst/>
            <a:cxnLst/>
            <a:rect l="l" t="t" r="r" b="b"/>
            <a:pathLst>
              <a:path w="761981" h="762000">
                <a:moveTo>
                  <a:pt x="761981" y="381000"/>
                </a:moveTo>
                <a:lnTo>
                  <a:pt x="461761" y="461772"/>
                </a:lnTo>
                <a:lnTo>
                  <a:pt x="380991" y="762000"/>
                </a:lnTo>
                <a:lnTo>
                  <a:pt x="300221" y="461772"/>
                </a:lnTo>
                <a:lnTo>
                  <a:pt x="0" y="381000"/>
                </a:lnTo>
                <a:lnTo>
                  <a:pt x="300221" y="300228"/>
                </a:lnTo>
                <a:lnTo>
                  <a:pt x="380991" y="0"/>
                </a:lnTo>
                <a:lnTo>
                  <a:pt x="461761" y="3002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1584920" y="2727960"/>
            <a:ext cx="9143771" cy="1905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00" b="1" i="0">
                <a:solidFill>
                  <a:srgbClr val="733F2E"/>
                </a:solidFill>
                <a:latin typeface="Comic Sans MS"/>
              </a:defRPr>
            </a:pPr>
            <a:r>
              <a:t>THANK YOU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1523962" y="2667000"/>
            <a:ext cx="9143771" cy="1905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00" b="1" i="0">
                <a:solidFill>
                  <a:srgbClr val="4A4A4A"/>
                </a:solidFill>
                <a:latin typeface="Comic Sans MS"/>
              </a:defRPr>
            </a:pPr>
            <a:r>
              <a:t>THANK YOU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6095848" y="4419600"/>
            <a:ext cx="3047924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300" b="0" i="0">
                <a:solidFill>
                  <a:srgbClr val="733F2E"/>
                </a:solidFill>
                <a:latin typeface="Segoe Print"/>
              </a:defRPr>
            </a:pPr>
            <a:r>
              <a:t>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