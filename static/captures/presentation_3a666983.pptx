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u1yb98xn.jpg"/>
          <p:cNvPicPr>
            <a:picLocks noChangeAspect="1"/>
          </p:cNvPicPr>
          <p:nvPr/>
        </p:nvPicPr>
        <p:blipFill>
          <a:blip r:embed="rId2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tmpmzcstyl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6709" y="2743650"/>
            <a:ext cx="8717062" cy="9147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6000" b="1" i="0">
                <a:solidFill>
                  <a:srgbClr val="FFFFFF"/>
                </a:solidFill>
                <a:latin typeface="Arial"/>
              </a:defRPr>
            </a:pPr>
            <a:r>
              <a:t>Lionel Messi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4518" y="3837290"/>
            <a:ext cx="9351030" cy="4266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400" b="0" i="0">
                <a:solidFill>
                  <a:srgbClr val="DAA520"/>
                </a:solidFill>
                <a:latin typeface="Arial"/>
              </a:defRPr>
            </a:pPr>
            <a:r>
              <a:t>Huyền thoại bóng đá sống mãi cùng thời gian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6" y="260558"/>
            <a:ext cx="5388729" cy="7830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950" b="1" i="0">
                <a:solidFill>
                  <a:srgbClr val="FFFFFF"/>
                </a:solidFill>
                <a:latin typeface="Arial"/>
              </a:defRPr>
            </a:pPr>
            <a:r>
              <a:t>Giới thiệu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" y="1124026"/>
            <a:ext cx="5547221" cy="7488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DAA520"/>
                </a:solidFill>
                <a:latin typeface="Arial"/>
              </a:defRPr>
            </a:pPr>
            <a:r>
              <a:t>Lionel Messi - Huyền thoại bóng đá đương đại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0" y="2237778"/>
            <a:ext cx="237738" cy="71564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FFFFFF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7390" y="2250725"/>
            <a:ext cx="1079356" cy="3660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Họ tên: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3676" y="2237778"/>
            <a:ext cx="4602584" cy="7156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FFFFFF"/>
                </a:solidFill>
                <a:latin typeface="Arial"/>
              </a:defRPr>
            </a:pPr>
            <a:r>
              <a:t>Lionel Andrés Messi Cuccittini (24/06/1987)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0" y="2966701"/>
            <a:ext cx="237738" cy="3660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FFFFFF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789" y="2966701"/>
            <a:ext cx="1474595" cy="3660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Quê quán: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1315" y="2966701"/>
            <a:ext cx="4207344" cy="3660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FFFFFF"/>
                </a:solidFill>
                <a:latin typeface="Arial"/>
              </a:defRPr>
            </a:pPr>
            <a:r>
              <a:t>Rosario, tỉnh Santa Fe, Argentina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0" y="3346030"/>
            <a:ext cx="237738" cy="71564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FFFFFF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694" y="3358978"/>
            <a:ext cx="1479548" cy="3660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Biệt danh: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36172" y="3346030"/>
            <a:ext cx="4202392" cy="7156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FFFFFF"/>
                </a:solidFill>
                <a:latin typeface="Arial"/>
              </a:defRPr>
            </a:pPr>
            <a:r>
              <a:t>"El Pulga" (Bọ chét) bởi vóc dáng nhỏ bé và sự linh hoạt phi thường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0" y="4049058"/>
            <a:ext cx="237738" cy="10652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FFFFFF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447" y="4074953"/>
            <a:ext cx="1284405" cy="3660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Nghị lực: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44782" y="4049058"/>
            <a:ext cx="4397535" cy="10652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FFFFFF"/>
                </a:solidFill>
                <a:latin typeface="Arial"/>
              </a:defRPr>
            </a:pPr>
            <a:r>
              <a:t>Vượt qua căn bệnh thiếu hụt hormone tăng trưởng để theo đuổi bóng đá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0" y="5101678"/>
            <a:ext cx="237738" cy="71564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FFFFFF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8630" y="5114626"/>
            <a:ext cx="1534896" cy="3660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Sự nghiệp: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90456" y="5101678"/>
            <a:ext cx="4147043" cy="7156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FFFFFF"/>
                </a:solidFill>
                <a:latin typeface="Arial"/>
              </a:defRPr>
            </a:pPr>
            <a:r>
              <a:t>Trở thành huyền thoại vĩ đại nhất lịch sử bóng đá thế giới</a:t>
            </a:r>
          </a:p>
        </p:txBody>
      </p:sp>
      <p:pic>
        <p:nvPicPr>
          <p:cNvPr id="19" name="Picture 18" descr="tmpdr0ungaf.png"/>
          <p:cNvPicPr>
            <a:picLocks noChangeAspect="1"/>
          </p:cNvPicPr>
          <p:nvPr/>
        </p:nvPicPr>
        <p:blipFill>
          <a:blip r:embed="rId2"/>
          <a:srcRect l="4224" r="4224"/>
          <a:stretch>
            <a:fillRect/>
          </a:stretch>
        </p:blipFill>
        <p:spPr>
          <a:xfrm>
            <a:off x="6438739" y="243840"/>
            <a:ext cx="5448164" cy="3124200"/>
          </a:xfrm>
          <a:prstGeom prst="rect">
            <a:avLst/>
          </a:prstGeom>
        </p:spPr>
      </p:pic>
      <p:pic>
        <p:nvPicPr>
          <p:cNvPr id="20" name="Picture 19" descr="tmp5pjwy1vi.jpg"/>
          <p:cNvPicPr>
            <a:picLocks noChangeAspect="1"/>
          </p:cNvPicPr>
          <p:nvPr/>
        </p:nvPicPr>
        <p:blipFill>
          <a:blip r:embed="rId3"/>
          <a:srcRect t="760" b="760"/>
          <a:stretch>
            <a:fillRect/>
          </a:stretch>
        </p:blipFill>
        <p:spPr>
          <a:xfrm>
            <a:off x="6438739" y="3611880"/>
            <a:ext cx="5448164" cy="3124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