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6bazkuqv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58371" y="1325880"/>
            <a:ext cx="6674953" cy="457200"/>
          </a:xfrm>
          <a:prstGeom prst="rect">
            <a:avLst/>
          </a:prstGeom>
          <a:solidFill>
            <a:srgbClr val="1A1A1A">
              <a:alpha val="9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74823"/>
            <a:ext cx="12191695" cy="1186434"/>
          </a:xfrm>
          <a:prstGeom prst="rect">
            <a:avLst/>
          </a:prstGeom>
          <a:solidFill>
            <a:srgbClr val="1A1A1A">
              <a:alpha val="9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8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428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19" y="1341120"/>
            <a:ext cx="243834" cy="426720"/>
          </a:xfrm>
          <a:prstGeom prst="rect">
            <a:avLst/>
          </a:prstGeom>
          <a:solidFill>
            <a:srgbClr val="1A1A1A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09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5400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96390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381" y="1341120"/>
            <a:ext cx="243834" cy="426720"/>
          </a:xfrm>
          <a:prstGeom prst="rect">
            <a:avLst/>
          </a:prstGeom>
          <a:solidFill>
            <a:srgbClr val="1A1A1A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70481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51471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462" y="1341120"/>
            <a:ext cx="243834" cy="426720"/>
          </a:xfrm>
          <a:prstGeom prst="rect">
            <a:avLst/>
          </a:prstGeom>
          <a:solidFill>
            <a:srgbClr val="1A1A1A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13452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94442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75433" y="1341120"/>
            <a:ext cx="243834" cy="426720"/>
          </a:xfrm>
          <a:prstGeom prst="rect">
            <a:avLst/>
          </a:prstGeom>
          <a:solidFill>
            <a:srgbClr val="F1C40F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56423" y="1341120"/>
            <a:ext cx="243834" cy="426720"/>
          </a:xfrm>
          <a:prstGeom prst="rect">
            <a:avLst/>
          </a:prstGeom>
          <a:solidFill>
            <a:srgbClr val="1A1A1A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6761" y="1373429"/>
            <a:ext cx="6498173" cy="3621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1C40F"/>
                </a:solidFill>
                <a:latin typeface="Arial"/>
              </a:defRPr>
            </a:pPr>
            <a:r>
              <a:t>Huyền thoại bóng đá sống mãi cùng thời gian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2217" y="2875498"/>
            <a:ext cx="9747260" cy="9850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6400" b="0" i="1">
                <a:solidFill>
                  <a:srgbClr val="FFFFFF"/>
                </a:solidFill>
                <a:latin typeface="Times New Roman"/>
              </a:defRPr>
            </a:pPr>
            <a:r>
              <a:t>LIONEL MESSI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6" y="255346"/>
            <a:ext cx="5388729" cy="923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900" b="1" i="0">
                <a:solidFill>
                  <a:srgbClr val="F1C40F"/>
                </a:solidFill>
                <a:latin typeface="Arial"/>
              </a:defRPr>
            </a:pPr>
            <a:r>
              <a:t>1. Giới thiệu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" y="1254328"/>
            <a:ext cx="5547221" cy="748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Hành trình từ Rosario đến đỉnh cao thế giới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0" y="2368080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355" y="2368080"/>
            <a:ext cx="5761185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Lionel Andrés Messi Cuccittini, sinh ngày 24/06/1987 tại Rosario, Argentina.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0" y="3084055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355" y="3084055"/>
            <a:ext cx="5761185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Biệt danh 'El Pulga' (Bọ chét) gắn liền với sự nhanh nhẹn và linh hoạt phi thường.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0" y="3800030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55" y="3800030"/>
            <a:ext cx="5761185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Từng đối mặt với căn bệnh thiếu hụt hormone tăng trưởng đe dọa sự nghiệp.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0" y="4516005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355" y="4516005"/>
            <a:ext cx="5761185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Vượt qua nghịch cảnh nhờ sự hỗ trợ của gia đình và CLB Barcelona.</a:t>
            </a:r>
          </a:p>
        </p:txBody>
      </p:sp>
      <p:pic>
        <p:nvPicPr>
          <p:cNvPr id="12" name="Picture 11" descr="tmp_ykwak0j.jpg"/>
          <p:cNvPicPr>
            <a:picLocks noChangeAspect="1"/>
          </p:cNvPicPr>
          <p:nvPr/>
        </p:nvPicPr>
        <p:blipFill>
          <a:blip r:embed="rId2"/>
          <a:srcRect t="15327" b="15327"/>
          <a:stretch>
            <a:fillRect/>
          </a:stretch>
        </p:blipFill>
        <p:spPr>
          <a:xfrm>
            <a:off x="243834" y="259080"/>
            <a:ext cx="5448164" cy="3124200"/>
          </a:xfrm>
          <a:prstGeom prst="rect">
            <a:avLst/>
          </a:prstGeom>
        </p:spPr>
      </p:pic>
      <p:pic>
        <p:nvPicPr>
          <p:cNvPr id="13" name="Picture 12" descr="tmpzbl157p5.jpg"/>
          <p:cNvPicPr>
            <a:picLocks noChangeAspect="1"/>
          </p:cNvPicPr>
          <p:nvPr/>
        </p:nvPicPr>
        <p:blipFill>
          <a:blip r:embed="rId3"/>
          <a:srcRect l="954" r="954"/>
          <a:stretch>
            <a:fillRect/>
          </a:stretch>
        </p:blipFill>
        <p:spPr>
          <a:xfrm>
            <a:off x="6438739" y="3611880"/>
            <a:ext cx="5448164" cy="312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